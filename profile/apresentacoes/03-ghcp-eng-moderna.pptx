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57" r:id="rId2"/>
    <p:sldId id="258" r:id="rId3"/>
    <p:sldId id="294" r:id="rId4"/>
    <p:sldId id="297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296" r:id="rId17"/>
    <p:sldId id="298" r:id="rId18"/>
    <p:sldId id="310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12" r:id="rId29"/>
    <p:sldId id="323" r:id="rId30"/>
    <p:sldId id="324" r:id="rId31"/>
    <p:sldId id="313" r:id="rId32"/>
    <p:sldId id="311" r:id="rId33"/>
    <p:sldId id="325" r:id="rId3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328A9B-C5E6-499F-9A26-7CE8BE337571}" v="14" dt="2026-09-16T16:09:47.5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8" autoAdjust="0"/>
    <p:restoredTop sz="64840" autoAdjust="0"/>
  </p:normalViewPr>
  <p:slideViewPr>
    <p:cSldViewPr snapToGrid="0">
      <p:cViewPr varScale="1">
        <p:scale>
          <a:sx n="69" d="100"/>
          <a:sy n="69" d="100"/>
        </p:scale>
        <p:origin x="78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76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son Rocha de Araújo" userId="a2c6238e923675da" providerId="LiveId" clId="{6B507253-E232-478F-AB49-711AD90A2C31}"/>
    <pc:docChg chg="undo custSel addSld delSld modSld sldOrd modNotesMaster">
      <pc:chgData name="Robson Rocha de Araújo" userId="a2c6238e923675da" providerId="LiveId" clId="{6B507253-E232-478F-AB49-711AD90A2C31}" dt="2026-09-16T16:18:19.896" v="240" actId="729"/>
      <pc:docMkLst>
        <pc:docMk/>
      </pc:docMkLst>
      <pc:sldChg chg="modSp mod">
        <pc:chgData name="Robson Rocha de Araújo" userId="a2c6238e923675da" providerId="LiveId" clId="{6B507253-E232-478F-AB49-711AD90A2C31}" dt="2026-09-16T15:44:06.286" v="11" actId="20577"/>
        <pc:sldMkLst>
          <pc:docMk/>
          <pc:sldMk cId="1519702832" sldId="257"/>
        </pc:sldMkLst>
        <pc:spChg chg="mod">
          <ac:chgData name="Robson Rocha de Araújo" userId="a2c6238e923675da" providerId="LiveId" clId="{6B507253-E232-478F-AB49-711AD90A2C31}" dt="2026-09-16T15:44:06.286" v="11" actId="20577"/>
          <ac:spMkLst>
            <pc:docMk/>
            <pc:sldMk cId="1519702832" sldId="257"/>
            <ac:spMk id="2" creationId="{EDAF9CAA-476F-B9C4-0D9A-C492A563830B}"/>
          </ac:spMkLst>
        </pc:spChg>
      </pc:sldChg>
      <pc:sldChg chg="modSp mod">
        <pc:chgData name="Robson Rocha de Araújo" userId="a2c6238e923675da" providerId="LiveId" clId="{6B507253-E232-478F-AB49-711AD90A2C31}" dt="2026-09-16T15:38:27.245" v="7" actId="2165"/>
        <pc:sldMkLst>
          <pc:docMk/>
          <pc:sldMk cId="3188337367" sldId="258"/>
        </pc:sldMkLst>
        <pc:graphicFrameChg chg="mod modGraphic">
          <ac:chgData name="Robson Rocha de Araújo" userId="a2c6238e923675da" providerId="LiveId" clId="{6B507253-E232-478F-AB49-711AD90A2C31}" dt="2026-09-16T15:38:27.245" v="7" actId="2165"/>
          <ac:graphicFrameMkLst>
            <pc:docMk/>
            <pc:sldMk cId="3188337367" sldId="258"/>
            <ac:graphicFrameMk id="6" creationId="{4A91ED72-D8FB-A284-2BC8-B613531611B4}"/>
          </ac:graphicFrameMkLst>
        </pc:graphicFrameChg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772120614" sldId="259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1270472377" sldId="260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3904480195" sldId="292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293"/>
        </pc:sldMkLst>
      </pc:sldChg>
      <pc:sldChg chg="modSp mod modTransition modNotes">
        <pc:chgData name="Robson Rocha de Araújo" userId="a2c6238e923675da" providerId="LiveId" clId="{6B507253-E232-478F-AB49-711AD90A2C31}" dt="2026-09-16T16:10:30.685" v="165" actId="2711"/>
        <pc:sldMkLst>
          <pc:docMk/>
          <pc:sldMk cId="0" sldId="294"/>
        </pc:sldMkLst>
        <pc:spChg chg="mod">
          <ac:chgData name="Robson Rocha de Araújo" userId="a2c6238e923675da" providerId="LiveId" clId="{6B507253-E232-478F-AB49-711AD90A2C31}" dt="2026-09-16T16:10:30.685" v="165" actId="2711"/>
          <ac:spMkLst>
            <pc:docMk/>
            <pc:sldMk cId="0" sldId="294"/>
            <ac:spMk id="2" creationId="{CAC9F231-BB8B-9844-8F81-E1FF87343694}"/>
          </ac:spMkLst>
        </pc:spChg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295"/>
        </pc:sldMkLst>
      </pc:sldChg>
      <pc:sldChg chg="addSp delSp modSp mod ord modTransition modNotes">
        <pc:chgData name="Robson Rocha de Araújo" userId="a2c6238e923675da" providerId="LiveId" clId="{6B507253-E232-478F-AB49-711AD90A2C31}" dt="2026-09-16T16:00:25.726" v="73" actId="26606"/>
        <pc:sldMkLst>
          <pc:docMk/>
          <pc:sldMk cId="0" sldId="296"/>
        </pc:sldMkLst>
        <pc:spChg chg="mod">
          <ac:chgData name="Robson Rocha de Araújo" userId="a2c6238e923675da" providerId="LiveId" clId="{6B507253-E232-478F-AB49-711AD90A2C31}" dt="2026-09-16T16:00:25.726" v="73" actId="26606"/>
          <ac:spMkLst>
            <pc:docMk/>
            <pc:sldMk cId="0" sldId="296"/>
            <ac:spMk id="2" creationId="{338FEEB8-0C36-73FD-39C5-BCDBB19B0D17}"/>
          </ac:spMkLst>
        </pc:spChg>
        <pc:spChg chg="del">
          <ac:chgData name="Robson Rocha de Araújo" userId="a2c6238e923675da" providerId="LiveId" clId="{6B507253-E232-478F-AB49-711AD90A2C31}" dt="2026-09-16T16:00:25.726" v="73" actId="26606"/>
          <ac:spMkLst>
            <pc:docMk/>
            <pc:sldMk cId="0" sldId="296"/>
            <ac:spMk id="3" creationId="{A620470B-3487-F980-CBFA-1906691D3DEE}"/>
          </ac:spMkLst>
        </pc:spChg>
        <pc:spChg chg="mod">
          <ac:chgData name="Robson Rocha de Araújo" userId="a2c6238e923675da" providerId="LiveId" clId="{6B507253-E232-478F-AB49-711AD90A2C31}" dt="2026-09-16T16:00:25.726" v="73" actId="26606"/>
          <ac:spMkLst>
            <pc:docMk/>
            <pc:sldMk cId="0" sldId="296"/>
            <ac:spMk id="4" creationId="{FA51ABE5-E122-C475-D85E-982F0D34794C}"/>
          </ac:spMkLst>
        </pc:spChg>
        <pc:graphicFrameChg chg="add">
          <ac:chgData name="Robson Rocha de Araújo" userId="a2c6238e923675da" providerId="LiveId" clId="{6B507253-E232-478F-AB49-711AD90A2C31}" dt="2026-09-16T16:00:25.726" v="73" actId="26606"/>
          <ac:graphicFrameMkLst>
            <pc:docMk/>
            <pc:sldMk cId="0" sldId="296"/>
            <ac:graphicFrameMk id="5" creationId="{00000000-0000-0000-0000-000000000000}"/>
          </ac:graphicFrameMkLst>
        </pc:graphicFrameChg>
      </pc:sldChg>
      <pc:sldChg chg="addSp delSp modSp mod modTransition modNotes">
        <pc:chgData name="Robson Rocha de Araújo" userId="a2c6238e923675da" providerId="LiveId" clId="{6B507253-E232-478F-AB49-711AD90A2C31}" dt="2026-09-16T15:55:06.323" v="71" actId="26606"/>
        <pc:sldMkLst>
          <pc:docMk/>
          <pc:sldMk cId="0" sldId="297"/>
        </pc:sldMkLst>
        <pc:spChg chg="mod">
          <ac:chgData name="Robson Rocha de Araújo" userId="a2c6238e923675da" providerId="LiveId" clId="{6B507253-E232-478F-AB49-711AD90A2C31}" dt="2026-09-16T15:48:51.230" v="13" actId="26606"/>
          <ac:spMkLst>
            <pc:docMk/>
            <pc:sldMk cId="0" sldId="297"/>
            <ac:spMk id="2" creationId="{51882DBB-6B0A-23CF-CA26-C2FE74FC446E}"/>
          </ac:spMkLst>
        </pc:spChg>
        <pc:spChg chg="mod">
          <ac:chgData name="Robson Rocha de Araújo" userId="a2c6238e923675da" providerId="LiveId" clId="{6B507253-E232-478F-AB49-711AD90A2C31}" dt="2026-09-16T15:48:51.230" v="13" actId="26606"/>
          <ac:spMkLst>
            <pc:docMk/>
            <pc:sldMk cId="0" sldId="297"/>
            <ac:spMk id="3" creationId="{2C62110B-FB2E-CD74-E49C-51273DEE8183}"/>
          </ac:spMkLst>
        </pc:spChg>
        <pc:spChg chg="mod">
          <ac:chgData name="Robson Rocha de Araújo" userId="a2c6238e923675da" providerId="LiveId" clId="{6B507253-E232-478F-AB49-711AD90A2C31}" dt="2026-09-16T15:48:51.230" v="13" actId="26606"/>
          <ac:spMkLst>
            <pc:docMk/>
            <pc:sldMk cId="0" sldId="297"/>
            <ac:spMk id="4" creationId="{2247BFF8-018E-2713-8C15-1455629B158E}"/>
          </ac:spMkLst>
        </pc:spChg>
        <pc:picChg chg="add del mod">
          <ac:chgData name="Robson Rocha de Araújo" userId="a2c6238e923675da" providerId="LiveId" clId="{6B507253-E232-478F-AB49-711AD90A2C31}" dt="2026-09-16T15:50:56.451" v="46" actId="21"/>
          <ac:picMkLst>
            <pc:docMk/>
            <pc:sldMk cId="0" sldId="297"/>
            <ac:picMk id="6" creationId="{19FD822E-ABB9-4FED-01C1-04BD51EEE930}"/>
          </ac:picMkLst>
        </pc:picChg>
        <pc:picChg chg="del">
          <ac:chgData name="Robson Rocha de Araújo" userId="a2c6238e923675da" providerId="LiveId" clId="{6B507253-E232-478F-AB49-711AD90A2C31}" dt="2026-09-16T15:48:51.230" v="13" actId="26606"/>
          <ac:picMkLst>
            <pc:docMk/>
            <pc:sldMk cId="0" sldId="297"/>
            <ac:picMk id="7" creationId="{00000000-0000-0000-0000-000000000000}"/>
          </ac:picMkLst>
        </pc:picChg>
        <pc:picChg chg="add del mod">
          <ac:chgData name="Robson Rocha de Araújo" userId="a2c6238e923675da" providerId="LiveId" clId="{6B507253-E232-478F-AB49-711AD90A2C31}" dt="2026-09-16T15:50:58.082" v="47" actId="478"/>
          <ac:picMkLst>
            <pc:docMk/>
            <pc:sldMk cId="0" sldId="297"/>
            <ac:picMk id="8" creationId="{00000000-0000-0000-0000-000000000000}"/>
          </ac:picMkLst>
        </pc:picChg>
        <pc:picChg chg="add mod">
          <ac:chgData name="Robson Rocha de Araújo" userId="a2c6238e923675da" providerId="LiveId" clId="{6B507253-E232-478F-AB49-711AD90A2C31}" dt="2026-09-16T15:51:02.513" v="49" actId="1076"/>
          <ac:picMkLst>
            <pc:docMk/>
            <pc:sldMk cId="0" sldId="297"/>
            <ac:picMk id="10" creationId="{66D2F780-1452-CC83-56F2-E6CC76BC9911}"/>
          </ac:picMkLst>
        </pc:picChg>
      </pc:sldChg>
      <pc:sldChg chg="modSp add del mod ord modTransition modNotes">
        <pc:chgData name="Robson Rocha de Araújo" userId="a2c6238e923675da" providerId="LiveId" clId="{6B507253-E232-478F-AB49-711AD90A2C31}" dt="2026-09-16T16:10:40.071" v="166" actId="2711"/>
        <pc:sldMkLst>
          <pc:docMk/>
          <pc:sldMk cId="0" sldId="298"/>
        </pc:sldMkLst>
        <pc:spChg chg="mod">
          <ac:chgData name="Robson Rocha de Araújo" userId="a2c6238e923675da" providerId="LiveId" clId="{6B507253-E232-478F-AB49-711AD90A2C31}" dt="2026-09-16T16:10:40.071" v="166" actId="2711"/>
          <ac:spMkLst>
            <pc:docMk/>
            <pc:sldMk cId="0" sldId="298"/>
            <ac:spMk id="2" creationId="{CAC9F231-BB8B-9844-8F81-E1FF87343694}"/>
          </ac:spMkLst>
        </pc:spChg>
      </pc:sldChg>
      <pc:sldChg chg="addSp delSp modSp add del mod modNotes">
        <pc:chgData name="Robson Rocha de Araújo" userId="a2c6238e923675da" providerId="LiveId" clId="{6B507253-E232-478F-AB49-711AD90A2C31}" dt="2026-09-16T15:55:06.323" v="71" actId="26606"/>
        <pc:sldMkLst>
          <pc:docMk/>
          <pc:sldMk cId="0" sldId="299"/>
        </pc:sldMkLst>
        <pc:picChg chg="add del mod">
          <ac:chgData name="Robson Rocha de Araújo" userId="a2c6238e923675da" providerId="LiveId" clId="{6B507253-E232-478F-AB49-711AD90A2C31}" dt="2026-09-16T15:51:44.130" v="54" actId="21"/>
          <ac:picMkLst>
            <pc:docMk/>
            <pc:sldMk cId="0" sldId="299"/>
            <ac:picMk id="6" creationId="{E3061B93-8AAC-5A80-7AF0-1903AC77654F}"/>
          </ac:picMkLst>
        </pc:picChg>
        <pc:picChg chg="del mod">
          <ac:chgData name="Robson Rocha de Araújo" userId="a2c6238e923675da" providerId="LiveId" clId="{6B507253-E232-478F-AB49-711AD90A2C31}" dt="2026-09-16T15:51:45.410" v="55" actId="478"/>
          <ac:picMkLst>
            <pc:docMk/>
            <pc:sldMk cId="0" sldId="299"/>
            <ac:picMk id="8" creationId="{00000000-0000-0000-0000-000000000000}"/>
          </ac:picMkLst>
        </pc:picChg>
        <pc:picChg chg="add mod">
          <ac:chgData name="Robson Rocha de Araújo" userId="a2c6238e923675da" providerId="LiveId" clId="{6B507253-E232-478F-AB49-711AD90A2C31}" dt="2026-09-16T15:51:48.041" v="57" actId="1076"/>
          <ac:picMkLst>
            <pc:docMk/>
            <pc:sldMk cId="0" sldId="299"/>
            <ac:picMk id="9" creationId="{999AF95E-05D2-85F9-DBD2-52F442B4441F}"/>
          </ac:picMkLst>
        </pc:picChg>
      </pc:sldChg>
      <pc:sldChg chg="addSp delSp modSp add del mod modNotes">
        <pc:chgData name="Robson Rocha de Araújo" userId="a2c6238e923675da" providerId="LiveId" clId="{6B507253-E232-478F-AB49-711AD90A2C31}" dt="2026-09-16T15:55:06.323" v="71" actId="26606"/>
        <pc:sldMkLst>
          <pc:docMk/>
          <pc:sldMk cId="0" sldId="300"/>
        </pc:sldMkLst>
        <pc:picChg chg="add del mod">
          <ac:chgData name="Robson Rocha de Araújo" userId="a2c6238e923675da" providerId="LiveId" clId="{6B507253-E232-478F-AB49-711AD90A2C31}" dt="2026-09-16T15:52:07.276" v="60" actId="21"/>
          <ac:picMkLst>
            <pc:docMk/>
            <pc:sldMk cId="0" sldId="300"/>
            <ac:picMk id="6" creationId="{2C9E757E-ABE2-48B0-CAA7-8CF121024A9E}"/>
          </ac:picMkLst>
        </pc:picChg>
        <pc:picChg chg="del">
          <ac:chgData name="Robson Rocha de Araújo" userId="a2c6238e923675da" providerId="LiveId" clId="{6B507253-E232-478F-AB49-711AD90A2C31}" dt="2026-09-16T15:52:08.576" v="61" actId="478"/>
          <ac:picMkLst>
            <pc:docMk/>
            <pc:sldMk cId="0" sldId="300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5:52:08.970" v="62" actId="22"/>
          <ac:picMkLst>
            <pc:docMk/>
            <pc:sldMk cId="0" sldId="300"/>
            <ac:picMk id="9" creationId="{D8BEC1C0-3B4F-6E57-BA86-EF320E87364B}"/>
          </ac:picMkLst>
        </pc:picChg>
      </pc:sldChg>
      <pc:sldChg chg="addSp delSp modSp add del mod modNotes">
        <pc:chgData name="Robson Rocha de Araújo" userId="a2c6238e923675da" providerId="LiveId" clId="{6B507253-E232-478F-AB49-711AD90A2C31}" dt="2026-09-16T15:55:06.323" v="71" actId="26606"/>
        <pc:sldMkLst>
          <pc:docMk/>
          <pc:sldMk cId="0" sldId="301"/>
        </pc:sldMkLst>
        <pc:picChg chg="add del mod">
          <ac:chgData name="Robson Rocha de Araújo" userId="a2c6238e923675da" providerId="LiveId" clId="{6B507253-E232-478F-AB49-711AD90A2C31}" dt="2026-09-16T15:52:39.094" v="65" actId="21"/>
          <ac:picMkLst>
            <pc:docMk/>
            <pc:sldMk cId="0" sldId="301"/>
            <ac:picMk id="6" creationId="{A6489D98-026B-F59A-5251-735F3001C71E}"/>
          </ac:picMkLst>
        </pc:picChg>
        <pc:picChg chg="del">
          <ac:chgData name="Robson Rocha de Araújo" userId="a2c6238e923675da" providerId="LiveId" clId="{6B507253-E232-478F-AB49-711AD90A2C31}" dt="2026-09-16T15:52:40.482" v="66" actId="478"/>
          <ac:picMkLst>
            <pc:docMk/>
            <pc:sldMk cId="0" sldId="301"/>
            <ac:picMk id="8" creationId="{00000000-0000-0000-0000-000000000000}"/>
          </ac:picMkLst>
        </pc:picChg>
        <pc:picChg chg="add mod">
          <ac:chgData name="Robson Rocha de Araújo" userId="a2c6238e923675da" providerId="LiveId" clId="{6B507253-E232-478F-AB49-711AD90A2C31}" dt="2026-09-16T15:52:48.109" v="69" actId="1076"/>
          <ac:picMkLst>
            <pc:docMk/>
            <pc:sldMk cId="0" sldId="301"/>
            <ac:picMk id="9" creationId="{F82A0550-65DA-81DB-193C-8644A2D5F797}"/>
          </ac:picMkLst>
        </pc:picChg>
      </pc:sldChg>
      <pc:sldChg chg="addSp delSp modSp add del mod modTransition modNotes">
        <pc:chgData name="Robson Rocha de Araújo" userId="a2c6238e923675da" providerId="LiveId" clId="{6B507253-E232-478F-AB49-711AD90A2C31}" dt="2026-09-16T16:01:22.790" v="82" actId="1076"/>
        <pc:sldMkLst>
          <pc:docMk/>
          <pc:sldMk cId="0" sldId="302"/>
        </pc:sldMkLst>
        <pc:spChg chg="mod">
          <ac:chgData name="Robson Rocha de Araújo" userId="a2c6238e923675da" providerId="LiveId" clId="{6B507253-E232-478F-AB49-711AD90A2C31}" dt="2026-09-16T16:00:25.726" v="73" actId="26606"/>
          <ac:spMkLst>
            <pc:docMk/>
            <pc:sldMk cId="0" sldId="302"/>
            <ac:spMk id="2" creationId="{51882DBB-6B0A-23CF-CA26-C2FE74FC446E}"/>
          </ac:spMkLst>
        </pc:spChg>
        <pc:spChg chg="mod">
          <ac:chgData name="Robson Rocha de Araújo" userId="a2c6238e923675da" providerId="LiveId" clId="{6B507253-E232-478F-AB49-711AD90A2C31}" dt="2026-09-16T16:00:25.726" v="73" actId="26606"/>
          <ac:spMkLst>
            <pc:docMk/>
            <pc:sldMk cId="0" sldId="302"/>
            <ac:spMk id="3" creationId="{2C62110B-FB2E-CD74-E49C-51273DEE8183}"/>
          </ac:spMkLst>
        </pc:spChg>
        <pc:spChg chg="mod">
          <ac:chgData name="Robson Rocha de Araújo" userId="a2c6238e923675da" providerId="LiveId" clId="{6B507253-E232-478F-AB49-711AD90A2C31}" dt="2026-09-16T16:00:25.726" v="73" actId="26606"/>
          <ac:spMkLst>
            <pc:docMk/>
            <pc:sldMk cId="0" sldId="302"/>
            <ac:spMk id="4" creationId="{2247BFF8-018E-2713-8C15-1455629B158E}"/>
          </ac:spMkLst>
        </pc:spChg>
        <pc:picChg chg="add del mod">
          <ac:chgData name="Robson Rocha de Araújo" userId="a2c6238e923675da" providerId="LiveId" clId="{6B507253-E232-478F-AB49-711AD90A2C31}" dt="2026-09-16T16:01:05.592" v="76" actId="21"/>
          <ac:picMkLst>
            <pc:docMk/>
            <pc:sldMk cId="0" sldId="302"/>
            <ac:picMk id="6" creationId="{B4961C8C-EE39-D530-970E-738D4A85A094}"/>
          </ac:picMkLst>
        </pc:picChg>
        <pc:picChg chg="del">
          <ac:chgData name="Robson Rocha de Araújo" userId="a2c6238e923675da" providerId="LiveId" clId="{6B507253-E232-478F-AB49-711AD90A2C31}" dt="2026-09-16T16:00:25.726" v="73" actId="26606"/>
          <ac:picMkLst>
            <pc:docMk/>
            <pc:sldMk cId="0" sldId="302"/>
            <ac:picMk id="7" creationId="{00000000-0000-0000-0000-000000000000}"/>
          </ac:picMkLst>
        </pc:picChg>
        <pc:picChg chg="add del">
          <ac:chgData name="Robson Rocha de Araújo" userId="a2c6238e923675da" providerId="LiveId" clId="{6B507253-E232-478F-AB49-711AD90A2C31}" dt="2026-09-16T16:01:07.941" v="77" actId="478"/>
          <ac:picMkLst>
            <pc:docMk/>
            <pc:sldMk cId="0" sldId="302"/>
            <ac:picMk id="8" creationId="{00000000-0000-0000-0000-000000000000}"/>
          </ac:picMkLst>
        </pc:picChg>
        <pc:picChg chg="add mod">
          <ac:chgData name="Robson Rocha de Araújo" userId="a2c6238e923675da" providerId="LiveId" clId="{6B507253-E232-478F-AB49-711AD90A2C31}" dt="2026-09-16T16:01:22.790" v="82" actId="1076"/>
          <ac:picMkLst>
            <pc:docMk/>
            <pc:sldMk cId="0" sldId="302"/>
            <ac:picMk id="10" creationId="{8AEF3B0D-E6FE-57F0-5F7B-33774C00C6AE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01:54.136" v="88" actId="22"/>
        <pc:sldMkLst>
          <pc:docMk/>
          <pc:sldMk cId="0" sldId="303"/>
        </pc:sldMkLst>
        <pc:picChg chg="add del mod">
          <ac:chgData name="Robson Rocha de Araújo" userId="a2c6238e923675da" providerId="LiveId" clId="{6B507253-E232-478F-AB49-711AD90A2C31}" dt="2026-09-16T16:01:52.025" v="86" actId="21"/>
          <ac:picMkLst>
            <pc:docMk/>
            <pc:sldMk cId="0" sldId="303"/>
            <ac:picMk id="6" creationId="{2E48462A-5877-7DC9-5009-97165420CB7E}"/>
          </ac:picMkLst>
        </pc:picChg>
        <pc:picChg chg="del">
          <ac:chgData name="Robson Rocha de Araújo" userId="a2c6238e923675da" providerId="LiveId" clId="{6B507253-E232-478F-AB49-711AD90A2C31}" dt="2026-09-16T16:01:53.662" v="87" actId="478"/>
          <ac:picMkLst>
            <pc:docMk/>
            <pc:sldMk cId="0" sldId="303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01:54.136" v="88" actId="22"/>
          <ac:picMkLst>
            <pc:docMk/>
            <pc:sldMk cId="0" sldId="303"/>
            <ac:picMk id="9" creationId="{4E0056A6-D94B-9EEA-4457-1BE14021A104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02:30.352" v="94" actId="22"/>
        <pc:sldMkLst>
          <pc:docMk/>
          <pc:sldMk cId="0" sldId="304"/>
        </pc:sldMkLst>
        <pc:picChg chg="add del mod">
          <ac:chgData name="Robson Rocha de Araújo" userId="a2c6238e923675da" providerId="LiveId" clId="{6B507253-E232-478F-AB49-711AD90A2C31}" dt="2026-09-16T16:02:28.486" v="92" actId="21"/>
          <ac:picMkLst>
            <pc:docMk/>
            <pc:sldMk cId="0" sldId="304"/>
            <ac:picMk id="6" creationId="{DB837AEB-E41C-0172-302A-47E370DE0098}"/>
          </ac:picMkLst>
        </pc:picChg>
        <pc:picChg chg="del">
          <ac:chgData name="Robson Rocha de Araújo" userId="a2c6238e923675da" providerId="LiveId" clId="{6B507253-E232-478F-AB49-711AD90A2C31}" dt="2026-09-16T16:02:29.854" v="93" actId="478"/>
          <ac:picMkLst>
            <pc:docMk/>
            <pc:sldMk cId="0" sldId="304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02:30.352" v="94" actId="22"/>
          <ac:picMkLst>
            <pc:docMk/>
            <pc:sldMk cId="0" sldId="304"/>
            <ac:picMk id="9" creationId="{AC5BD609-8E8B-95DA-139D-6E17BCF1891D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03:22.324" v="99" actId="22"/>
        <pc:sldMkLst>
          <pc:docMk/>
          <pc:sldMk cId="0" sldId="305"/>
        </pc:sldMkLst>
        <pc:picChg chg="add del mod">
          <ac:chgData name="Robson Rocha de Araújo" userId="a2c6238e923675da" providerId="LiveId" clId="{6B507253-E232-478F-AB49-711AD90A2C31}" dt="2026-09-16T16:03:20.456" v="97" actId="21"/>
          <ac:picMkLst>
            <pc:docMk/>
            <pc:sldMk cId="0" sldId="305"/>
            <ac:picMk id="6" creationId="{EC42CAD7-D24B-9648-27F0-4AB50C0856CC}"/>
          </ac:picMkLst>
        </pc:picChg>
        <pc:picChg chg="del">
          <ac:chgData name="Robson Rocha de Araújo" userId="a2c6238e923675da" providerId="LiveId" clId="{6B507253-E232-478F-AB49-711AD90A2C31}" dt="2026-09-16T16:03:21.855" v="98" actId="478"/>
          <ac:picMkLst>
            <pc:docMk/>
            <pc:sldMk cId="0" sldId="305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03:22.324" v="99" actId="22"/>
          <ac:picMkLst>
            <pc:docMk/>
            <pc:sldMk cId="0" sldId="305"/>
            <ac:picMk id="9" creationId="{A33B8404-ACE4-7456-D7CD-015583F6B511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04:06.367" v="107" actId="22"/>
        <pc:sldMkLst>
          <pc:docMk/>
          <pc:sldMk cId="0" sldId="306"/>
        </pc:sldMkLst>
        <pc:picChg chg="add del mod">
          <ac:chgData name="Robson Rocha de Araújo" userId="a2c6238e923675da" providerId="LiveId" clId="{6B507253-E232-478F-AB49-711AD90A2C31}" dt="2026-09-16T16:04:04.358" v="105" actId="21"/>
          <ac:picMkLst>
            <pc:docMk/>
            <pc:sldMk cId="0" sldId="306"/>
            <ac:picMk id="6" creationId="{D97F7E03-930C-99EC-D29A-26501ED793C1}"/>
          </ac:picMkLst>
        </pc:picChg>
        <pc:picChg chg="del">
          <ac:chgData name="Robson Rocha de Araújo" userId="a2c6238e923675da" providerId="LiveId" clId="{6B507253-E232-478F-AB49-711AD90A2C31}" dt="2026-09-16T16:04:05.948" v="106" actId="478"/>
          <ac:picMkLst>
            <pc:docMk/>
            <pc:sldMk cId="0" sldId="306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04:06.367" v="107" actId="22"/>
          <ac:picMkLst>
            <pc:docMk/>
            <pc:sldMk cId="0" sldId="306"/>
            <ac:picMk id="9" creationId="{C220582D-001E-6D1C-D068-5CC2D6684DE5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05:34.653" v="113" actId="22"/>
        <pc:sldMkLst>
          <pc:docMk/>
          <pc:sldMk cId="0" sldId="307"/>
        </pc:sldMkLst>
        <pc:picChg chg="add del mod">
          <ac:chgData name="Robson Rocha de Araújo" userId="a2c6238e923675da" providerId="LiveId" clId="{6B507253-E232-478F-AB49-711AD90A2C31}" dt="2026-09-16T16:05:32.945" v="111" actId="21"/>
          <ac:picMkLst>
            <pc:docMk/>
            <pc:sldMk cId="0" sldId="307"/>
            <ac:picMk id="6" creationId="{B365088F-96A7-BFEC-9655-2DF66CE483D3}"/>
          </ac:picMkLst>
        </pc:picChg>
        <pc:picChg chg="del">
          <ac:chgData name="Robson Rocha de Araújo" userId="a2c6238e923675da" providerId="LiveId" clId="{6B507253-E232-478F-AB49-711AD90A2C31}" dt="2026-09-16T16:05:34.198" v="112" actId="478"/>
          <ac:picMkLst>
            <pc:docMk/>
            <pc:sldMk cId="0" sldId="307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05:34.653" v="113" actId="22"/>
          <ac:picMkLst>
            <pc:docMk/>
            <pc:sldMk cId="0" sldId="307"/>
            <ac:picMk id="9" creationId="{B933747F-26B3-D347-90E5-4C019BB28271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06:25.727" v="124" actId="22"/>
        <pc:sldMkLst>
          <pc:docMk/>
          <pc:sldMk cId="0" sldId="308"/>
        </pc:sldMkLst>
        <pc:picChg chg="add del mod">
          <ac:chgData name="Robson Rocha de Araújo" userId="a2c6238e923675da" providerId="LiveId" clId="{6B507253-E232-478F-AB49-711AD90A2C31}" dt="2026-09-16T16:06:23.631" v="122" actId="21"/>
          <ac:picMkLst>
            <pc:docMk/>
            <pc:sldMk cId="0" sldId="308"/>
            <ac:picMk id="6" creationId="{66AA7CC9-4A4B-EF8A-2ED6-DB1D7E2BE187}"/>
          </ac:picMkLst>
        </pc:picChg>
        <pc:picChg chg="del">
          <ac:chgData name="Robson Rocha de Araújo" userId="a2c6238e923675da" providerId="LiveId" clId="{6B507253-E232-478F-AB49-711AD90A2C31}" dt="2026-09-16T16:06:25.236" v="123" actId="478"/>
          <ac:picMkLst>
            <pc:docMk/>
            <pc:sldMk cId="0" sldId="308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06:25.727" v="124" actId="22"/>
          <ac:picMkLst>
            <pc:docMk/>
            <pc:sldMk cId="0" sldId="308"/>
            <ac:picMk id="9" creationId="{E4E5287A-2DBD-EED3-7864-9FC0A435853D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07:12.500" v="134" actId="22"/>
        <pc:sldMkLst>
          <pc:docMk/>
          <pc:sldMk cId="0" sldId="309"/>
        </pc:sldMkLst>
        <pc:picChg chg="add del mod">
          <ac:chgData name="Robson Rocha de Araújo" userId="a2c6238e923675da" providerId="LiveId" clId="{6B507253-E232-478F-AB49-711AD90A2C31}" dt="2026-09-16T16:07:10.648" v="132" actId="21"/>
          <ac:picMkLst>
            <pc:docMk/>
            <pc:sldMk cId="0" sldId="309"/>
            <ac:picMk id="6" creationId="{A0CB667A-E403-6DFA-99B2-7ECE2F742E37}"/>
          </ac:picMkLst>
        </pc:picChg>
        <pc:picChg chg="del">
          <ac:chgData name="Robson Rocha de Araújo" userId="a2c6238e923675da" providerId="LiveId" clId="{6B507253-E232-478F-AB49-711AD90A2C31}" dt="2026-09-16T16:07:12.067" v="133" actId="478"/>
          <ac:picMkLst>
            <pc:docMk/>
            <pc:sldMk cId="0" sldId="309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07:12.500" v="134" actId="22"/>
          <ac:picMkLst>
            <pc:docMk/>
            <pc:sldMk cId="0" sldId="309"/>
            <ac:picMk id="9" creationId="{3A99FD86-68EF-25E3-7D13-BBE3B7D69163}"/>
          </ac:picMkLst>
        </pc:picChg>
      </pc:sldChg>
      <pc:sldChg chg="addSp delSp modSp add del mod modTransition modNotes">
        <pc:chgData name="Robson Rocha de Araújo" userId="a2c6238e923675da" providerId="LiveId" clId="{6B507253-E232-478F-AB49-711AD90A2C31}" dt="2026-09-16T16:09:08.698" v="136" actId="26606"/>
        <pc:sldMkLst>
          <pc:docMk/>
          <pc:sldMk cId="0" sldId="310"/>
        </pc:sldMkLst>
        <pc:spChg chg="mod">
          <ac:chgData name="Robson Rocha de Araújo" userId="a2c6238e923675da" providerId="LiveId" clId="{6B507253-E232-478F-AB49-711AD90A2C31}" dt="2026-09-16T16:09:08.698" v="136" actId="26606"/>
          <ac:spMkLst>
            <pc:docMk/>
            <pc:sldMk cId="0" sldId="310"/>
            <ac:spMk id="2" creationId="{51882DBB-6B0A-23CF-CA26-C2FE74FC446E}"/>
          </ac:spMkLst>
        </pc:spChg>
        <pc:spChg chg="mod">
          <ac:chgData name="Robson Rocha de Araújo" userId="a2c6238e923675da" providerId="LiveId" clId="{6B507253-E232-478F-AB49-711AD90A2C31}" dt="2026-09-16T16:09:08.698" v="136" actId="26606"/>
          <ac:spMkLst>
            <pc:docMk/>
            <pc:sldMk cId="0" sldId="310"/>
            <ac:spMk id="3" creationId="{2C62110B-FB2E-CD74-E49C-51273DEE8183}"/>
          </ac:spMkLst>
        </pc:spChg>
        <pc:spChg chg="mod">
          <ac:chgData name="Robson Rocha de Araújo" userId="a2c6238e923675da" providerId="LiveId" clId="{6B507253-E232-478F-AB49-711AD90A2C31}" dt="2026-09-16T16:09:08.698" v="136" actId="26606"/>
          <ac:spMkLst>
            <pc:docMk/>
            <pc:sldMk cId="0" sldId="310"/>
            <ac:spMk id="4" creationId="{2247BFF8-018E-2713-8C15-1455629B158E}"/>
          </ac:spMkLst>
        </pc:spChg>
        <pc:picChg chg="del">
          <ac:chgData name="Robson Rocha de Araújo" userId="a2c6238e923675da" providerId="LiveId" clId="{6B507253-E232-478F-AB49-711AD90A2C31}" dt="2026-09-16T16:09:08.698" v="136" actId="26606"/>
          <ac:picMkLst>
            <pc:docMk/>
            <pc:sldMk cId="0" sldId="310"/>
            <ac:picMk id="7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09:08.698" v="136" actId="26606"/>
          <ac:picMkLst>
            <pc:docMk/>
            <pc:sldMk cId="0" sldId="310"/>
            <ac:picMk id="8" creationId="{00000000-0000-0000-0000-000000000000}"/>
          </ac:picMkLst>
        </pc:picChg>
      </pc:sldChg>
      <pc:sldChg chg="add del ord">
        <pc:chgData name="Robson Rocha de Araújo" userId="a2c6238e923675da" providerId="LiveId" clId="{6B507253-E232-478F-AB49-711AD90A2C31}" dt="2026-09-16T16:09:08.698" v="136" actId="26606"/>
        <pc:sldMkLst>
          <pc:docMk/>
          <pc:sldMk cId="0" sldId="311"/>
        </pc:sldMkLst>
      </pc:sldChg>
      <pc:sldChg chg="modSp add del mod modShow">
        <pc:chgData name="Robson Rocha de Araújo" userId="a2c6238e923675da" providerId="LiveId" clId="{6B507253-E232-478F-AB49-711AD90A2C31}" dt="2026-09-16T16:18:19.896" v="240" actId="729"/>
        <pc:sldMkLst>
          <pc:docMk/>
          <pc:sldMk cId="0" sldId="312"/>
        </pc:sldMkLst>
        <pc:spChg chg="mod">
          <ac:chgData name="Robson Rocha de Araújo" userId="a2c6238e923675da" providerId="LiveId" clId="{6B507253-E232-478F-AB49-711AD90A2C31}" dt="2026-09-16T16:09:08.746" v="137" actId="27636"/>
          <ac:spMkLst>
            <pc:docMk/>
            <pc:sldMk cId="0" sldId="312"/>
            <ac:spMk id="2" creationId="{CAC9F231-BB8B-9844-8F81-E1FF87343694}"/>
          </ac:spMkLst>
        </pc:spChg>
      </pc:sldChg>
      <pc:sldChg chg="add del">
        <pc:chgData name="Robson Rocha de Araújo" userId="a2c6238e923675da" providerId="LiveId" clId="{6B507253-E232-478F-AB49-711AD90A2C31}" dt="2026-09-16T16:09:08.698" v="136" actId="26606"/>
        <pc:sldMkLst>
          <pc:docMk/>
          <pc:sldMk cId="0" sldId="313"/>
        </pc:sldMkLst>
      </pc:sldChg>
      <pc:sldChg chg="add del">
        <pc:chgData name="Robson Rocha de Araújo" userId="a2c6238e923675da" providerId="LiveId" clId="{6B507253-E232-478F-AB49-711AD90A2C31}" dt="2026-09-16T16:09:08.698" v="136" actId="26606"/>
        <pc:sldMkLst>
          <pc:docMk/>
          <pc:sldMk cId="0" sldId="314"/>
        </pc:sldMkLst>
      </pc:sldChg>
      <pc:sldChg chg="addSp delSp modSp add del mod">
        <pc:chgData name="Robson Rocha de Araújo" userId="a2c6238e923675da" providerId="LiveId" clId="{6B507253-E232-478F-AB49-711AD90A2C31}" dt="2026-09-16T16:12:44.461" v="180" actId="22"/>
        <pc:sldMkLst>
          <pc:docMk/>
          <pc:sldMk cId="0" sldId="315"/>
        </pc:sldMkLst>
        <pc:picChg chg="add del mod">
          <ac:chgData name="Robson Rocha de Araújo" userId="a2c6238e923675da" providerId="LiveId" clId="{6B507253-E232-478F-AB49-711AD90A2C31}" dt="2026-09-16T16:12:42.196" v="178" actId="21"/>
          <ac:picMkLst>
            <pc:docMk/>
            <pc:sldMk cId="0" sldId="315"/>
            <ac:picMk id="6" creationId="{E96FBAFF-39EC-47AE-D036-52E3E8B93626}"/>
          </ac:picMkLst>
        </pc:picChg>
        <pc:picChg chg="del">
          <ac:chgData name="Robson Rocha de Araújo" userId="a2c6238e923675da" providerId="LiveId" clId="{6B507253-E232-478F-AB49-711AD90A2C31}" dt="2026-09-16T16:12:43.831" v="179" actId="478"/>
          <ac:picMkLst>
            <pc:docMk/>
            <pc:sldMk cId="0" sldId="315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12:44.461" v="180" actId="22"/>
          <ac:picMkLst>
            <pc:docMk/>
            <pc:sldMk cId="0" sldId="315"/>
            <ac:picMk id="9" creationId="{2AB80B8E-4B3E-4A27-6E2A-E5B7BFAC7317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11:42.650" v="173" actId="22"/>
        <pc:sldMkLst>
          <pc:docMk/>
          <pc:sldMk cId="0" sldId="316"/>
        </pc:sldMkLst>
        <pc:picChg chg="add del mod">
          <ac:chgData name="Robson Rocha de Araújo" userId="a2c6238e923675da" providerId="LiveId" clId="{6B507253-E232-478F-AB49-711AD90A2C31}" dt="2026-09-16T16:11:40.183" v="171" actId="21"/>
          <ac:picMkLst>
            <pc:docMk/>
            <pc:sldMk cId="0" sldId="316"/>
            <ac:picMk id="6" creationId="{BCA57095-8F73-0A53-059A-3B25FAF8BE3F}"/>
          </ac:picMkLst>
        </pc:picChg>
        <pc:picChg chg="del">
          <ac:chgData name="Robson Rocha de Araújo" userId="a2c6238e923675da" providerId="LiveId" clId="{6B507253-E232-478F-AB49-711AD90A2C31}" dt="2026-09-16T16:11:41.821" v="172" actId="478"/>
          <ac:picMkLst>
            <pc:docMk/>
            <pc:sldMk cId="0" sldId="316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11:42.650" v="173" actId="22"/>
          <ac:picMkLst>
            <pc:docMk/>
            <pc:sldMk cId="0" sldId="316"/>
            <ac:picMk id="9" creationId="{1808833E-01C6-C087-6B3D-033A2ABC60C3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13:21.055" v="188" actId="22"/>
        <pc:sldMkLst>
          <pc:docMk/>
          <pc:sldMk cId="0" sldId="317"/>
        </pc:sldMkLst>
        <pc:picChg chg="add del mod">
          <ac:chgData name="Robson Rocha de Araújo" userId="a2c6238e923675da" providerId="LiveId" clId="{6B507253-E232-478F-AB49-711AD90A2C31}" dt="2026-09-16T16:13:19.016" v="186" actId="21"/>
          <ac:picMkLst>
            <pc:docMk/>
            <pc:sldMk cId="0" sldId="317"/>
            <ac:picMk id="6" creationId="{51B61E9F-B8A9-3437-6637-87C24E13A853}"/>
          </ac:picMkLst>
        </pc:picChg>
        <pc:picChg chg="del">
          <ac:chgData name="Robson Rocha de Araújo" userId="a2c6238e923675da" providerId="LiveId" clId="{6B507253-E232-478F-AB49-711AD90A2C31}" dt="2026-09-16T16:13:20.550" v="187" actId="478"/>
          <ac:picMkLst>
            <pc:docMk/>
            <pc:sldMk cId="0" sldId="317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13:21.055" v="188" actId="22"/>
          <ac:picMkLst>
            <pc:docMk/>
            <pc:sldMk cId="0" sldId="317"/>
            <ac:picMk id="9" creationId="{ED28C9F4-977F-6E30-550B-738D4795101E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13:56.653" v="194" actId="22"/>
        <pc:sldMkLst>
          <pc:docMk/>
          <pc:sldMk cId="0" sldId="318"/>
        </pc:sldMkLst>
        <pc:picChg chg="add del mod">
          <ac:chgData name="Robson Rocha de Araújo" userId="a2c6238e923675da" providerId="LiveId" clId="{6B507253-E232-478F-AB49-711AD90A2C31}" dt="2026-09-16T16:13:54.648" v="192" actId="21"/>
          <ac:picMkLst>
            <pc:docMk/>
            <pc:sldMk cId="0" sldId="318"/>
            <ac:picMk id="6" creationId="{EE90A601-6BB6-C8FF-5CF2-C1AC65A23139}"/>
          </ac:picMkLst>
        </pc:picChg>
        <pc:picChg chg="del">
          <ac:chgData name="Robson Rocha de Araújo" userId="a2c6238e923675da" providerId="LiveId" clId="{6B507253-E232-478F-AB49-711AD90A2C31}" dt="2026-09-16T16:13:56.237" v="193" actId="478"/>
          <ac:picMkLst>
            <pc:docMk/>
            <pc:sldMk cId="0" sldId="318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13:56.653" v="194" actId="22"/>
          <ac:picMkLst>
            <pc:docMk/>
            <pc:sldMk cId="0" sldId="318"/>
            <ac:picMk id="9" creationId="{82DC3343-900D-B57F-F588-48C1D8A4E8B9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14:41.431" v="203" actId="14100"/>
        <pc:sldMkLst>
          <pc:docMk/>
          <pc:sldMk cId="0" sldId="319"/>
        </pc:sldMkLst>
        <pc:picChg chg="add del mod">
          <ac:chgData name="Robson Rocha de Araújo" userId="a2c6238e923675da" providerId="LiveId" clId="{6B507253-E232-478F-AB49-711AD90A2C31}" dt="2026-09-16T16:14:29.133" v="199" actId="21"/>
          <ac:picMkLst>
            <pc:docMk/>
            <pc:sldMk cId="0" sldId="319"/>
            <ac:picMk id="6" creationId="{7870991D-6D12-732C-069A-1511C2609FE0}"/>
          </ac:picMkLst>
        </pc:picChg>
        <pc:picChg chg="del">
          <ac:chgData name="Robson Rocha de Araújo" userId="a2c6238e923675da" providerId="LiveId" clId="{6B507253-E232-478F-AB49-711AD90A2C31}" dt="2026-09-16T16:14:30.605" v="200" actId="478"/>
          <ac:picMkLst>
            <pc:docMk/>
            <pc:sldMk cId="0" sldId="319"/>
            <ac:picMk id="8" creationId="{00000000-0000-0000-0000-000000000000}"/>
          </ac:picMkLst>
        </pc:picChg>
        <pc:picChg chg="add mod">
          <ac:chgData name="Robson Rocha de Araújo" userId="a2c6238e923675da" providerId="LiveId" clId="{6B507253-E232-478F-AB49-711AD90A2C31}" dt="2026-09-16T16:14:41.431" v="203" actId="14100"/>
          <ac:picMkLst>
            <pc:docMk/>
            <pc:sldMk cId="0" sldId="319"/>
            <ac:picMk id="9" creationId="{1BB72B04-1ED9-4E36-37CE-B1F1273CFCAA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15:18.437" v="210" actId="22"/>
        <pc:sldMkLst>
          <pc:docMk/>
          <pc:sldMk cId="0" sldId="320"/>
        </pc:sldMkLst>
        <pc:picChg chg="add del mod">
          <ac:chgData name="Robson Rocha de Araújo" userId="a2c6238e923675da" providerId="LiveId" clId="{6B507253-E232-478F-AB49-711AD90A2C31}" dt="2026-09-16T16:15:16.564" v="208" actId="21"/>
          <ac:picMkLst>
            <pc:docMk/>
            <pc:sldMk cId="0" sldId="320"/>
            <ac:picMk id="6" creationId="{44119EB4-EACE-D3AE-DC1F-F02E1E85CEBB}"/>
          </ac:picMkLst>
        </pc:picChg>
        <pc:picChg chg="del">
          <ac:chgData name="Robson Rocha de Araújo" userId="a2c6238e923675da" providerId="LiveId" clId="{6B507253-E232-478F-AB49-711AD90A2C31}" dt="2026-09-16T16:15:17.991" v="209" actId="478"/>
          <ac:picMkLst>
            <pc:docMk/>
            <pc:sldMk cId="0" sldId="320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15:18.437" v="210" actId="22"/>
          <ac:picMkLst>
            <pc:docMk/>
            <pc:sldMk cId="0" sldId="320"/>
            <ac:picMk id="9" creationId="{DAD10064-F835-E2BC-7B91-688FF50F61CE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15:55.870" v="218" actId="22"/>
        <pc:sldMkLst>
          <pc:docMk/>
          <pc:sldMk cId="0" sldId="321"/>
        </pc:sldMkLst>
        <pc:picChg chg="add del mod">
          <ac:chgData name="Robson Rocha de Araújo" userId="a2c6238e923675da" providerId="LiveId" clId="{6B507253-E232-478F-AB49-711AD90A2C31}" dt="2026-09-16T16:15:53.900" v="216" actId="21"/>
          <ac:picMkLst>
            <pc:docMk/>
            <pc:sldMk cId="0" sldId="321"/>
            <ac:picMk id="5" creationId="{5550FFBF-4C4A-72A4-4CCD-96104FEC0D48}"/>
          </ac:picMkLst>
        </pc:picChg>
        <pc:picChg chg="add">
          <ac:chgData name="Robson Rocha de Araújo" userId="a2c6238e923675da" providerId="LiveId" clId="{6B507253-E232-478F-AB49-711AD90A2C31}" dt="2026-09-16T16:15:55.870" v="218" actId="22"/>
          <ac:picMkLst>
            <pc:docMk/>
            <pc:sldMk cId="0" sldId="321"/>
            <ac:picMk id="7" creationId="{9A14EA43-F16D-C803-C7D7-29A318129456}"/>
          </ac:picMkLst>
        </pc:picChg>
        <pc:picChg chg="del">
          <ac:chgData name="Robson Rocha de Araújo" userId="a2c6238e923675da" providerId="LiveId" clId="{6B507253-E232-478F-AB49-711AD90A2C31}" dt="2026-09-16T16:15:55.401" v="217" actId="478"/>
          <ac:picMkLst>
            <pc:docMk/>
            <pc:sldMk cId="0" sldId="321"/>
            <ac:picMk id="9" creationId="{00000000-0000-0000-0000-000000000000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16:35.277" v="226" actId="22"/>
        <pc:sldMkLst>
          <pc:docMk/>
          <pc:sldMk cId="0" sldId="322"/>
        </pc:sldMkLst>
        <pc:picChg chg="add del mod">
          <ac:chgData name="Robson Rocha de Araújo" userId="a2c6238e923675da" providerId="LiveId" clId="{6B507253-E232-478F-AB49-711AD90A2C31}" dt="2026-09-16T16:16:33.154" v="224" actId="21"/>
          <ac:picMkLst>
            <pc:docMk/>
            <pc:sldMk cId="0" sldId="322"/>
            <ac:picMk id="6" creationId="{9C670CA0-797C-0DE1-62B7-102B7E7DB018}"/>
          </ac:picMkLst>
        </pc:picChg>
        <pc:picChg chg="del">
          <ac:chgData name="Robson Rocha de Araújo" userId="a2c6238e923675da" providerId="LiveId" clId="{6B507253-E232-478F-AB49-711AD90A2C31}" dt="2026-09-16T16:16:34.694" v="225" actId="478"/>
          <ac:picMkLst>
            <pc:docMk/>
            <pc:sldMk cId="0" sldId="322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16:35.277" v="226" actId="22"/>
          <ac:picMkLst>
            <pc:docMk/>
            <pc:sldMk cId="0" sldId="322"/>
            <ac:picMk id="9" creationId="{35C21F3A-6E00-9A2E-E6B2-D8A0D3A0CCFC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17:23.001" v="233" actId="22"/>
        <pc:sldMkLst>
          <pc:docMk/>
          <pc:sldMk cId="0" sldId="323"/>
        </pc:sldMkLst>
        <pc:picChg chg="add del mod">
          <ac:chgData name="Robson Rocha de Araújo" userId="a2c6238e923675da" providerId="LiveId" clId="{6B507253-E232-478F-AB49-711AD90A2C31}" dt="2026-09-16T16:17:20.831" v="231" actId="21"/>
          <ac:picMkLst>
            <pc:docMk/>
            <pc:sldMk cId="0" sldId="323"/>
            <ac:picMk id="6" creationId="{DDBDE2DA-8DD2-6D41-6337-F17F572F0B7E}"/>
          </ac:picMkLst>
        </pc:picChg>
        <pc:picChg chg="del">
          <ac:chgData name="Robson Rocha de Araújo" userId="a2c6238e923675da" providerId="LiveId" clId="{6B507253-E232-478F-AB49-711AD90A2C31}" dt="2026-09-16T16:17:22.524" v="232" actId="478"/>
          <ac:picMkLst>
            <pc:docMk/>
            <pc:sldMk cId="0" sldId="323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17:23.001" v="233" actId="22"/>
          <ac:picMkLst>
            <pc:docMk/>
            <pc:sldMk cId="0" sldId="323"/>
            <ac:picMk id="9" creationId="{69A09FC9-19E1-02FF-BA82-27A4F89ECABB}"/>
          </ac:picMkLst>
        </pc:picChg>
      </pc:sldChg>
      <pc:sldChg chg="addSp delSp modSp add del mod">
        <pc:chgData name="Robson Rocha de Araújo" userId="a2c6238e923675da" providerId="LiveId" clId="{6B507253-E232-478F-AB49-711AD90A2C31}" dt="2026-09-16T16:18:06.586" v="239" actId="22"/>
        <pc:sldMkLst>
          <pc:docMk/>
          <pc:sldMk cId="0" sldId="324"/>
        </pc:sldMkLst>
        <pc:picChg chg="add del mod">
          <ac:chgData name="Robson Rocha de Araújo" userId="a2c6238e923675da" providerId="LiveId" clId="{6B507253-E232-478F-AB49-711AD90A2C31}" dt="2026-09-16T16:18:04.493" v="237" actId="21"/>
          <ac:picMkLst>
            <pc:docMk/>
            <pc:sldMk cId="0" sldId="324"/>
            <ac:picMk id="6" creationId="{E724EDDF-91E5-B729-A209-947BEFC09320}"/>
          </ac:picMkLst>
        </pc:picChg>
        <pc:picChg chg="del">
          <ac:chgData name="Robson Rocha de Araújo" userId="a2c6238e923675da" providerId="LiveId" clId="{6B507253-E232-478F-AB49-711AD90A2C31}" dt="2026-09-16T16:18:06.039" v="238" actId="478"/>
          <ac:picMkLst>
            <pc:docMk/>
            <pc:sldMk cId="0" sldId="324"/>
            <ac:picMk id="8" creationId="{00000000-0000-0000-0000-000000000000}"/>
          </ac:picMkLst>
        </pc:picChg>
        <pc:picChg chg="add">
          <ac:chgData name="Robson Rocha de Araújo" userId="a2c6238e923675da" providerId="LiveId" clId="{6B507253-E232-478F-AB49-711AD90A2C31}" dt="2026-09-16T16:18:06.586" v="239" actId="22"/>
          <ac:picMkLst>
            <pc:docMk/>
            <pc:sldMk cId="0" sldId="324"/>
            <ac:picMk id="9" creationId="{A2FF2414-921F-0471-3C0B-3A13B883828A}"/>
          </ac:picMkLst>
        </pc:picChg>
      </pc:sldChg>
      <pc:sldChg chg="add del">
        <pc:chgData name="Robson Rocha de Araújo" userId="a2c6238e923675da" providerId="LiveId" clId="{6B507253-E232-478F-AB49-711AD90A2C31}" dt="2026-09-16T16:09:08.698" v="136" actId="26606"/>
        <pc:sldMkLst>
          <pc:docMk/>
          <pc:sldMk cId="0" sldId="325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26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27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28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29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30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31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32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33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34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35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36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37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38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39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40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42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43"/>
        </pc:sldMkLst>
      </pc:sldChg>
      <pc:sldChg chg="del">
        <pc:chgData name="Robson Rocha de Araújo" userId="a2c6238e923675da" providerId="LiveId" clId="{6B507253-E232-478F-AB49-711AD90A2C31}" dt="2026-09-16T15:37:30.476" v="0" actId="47"/>
        <pc:sldMkLst>
          <pc:docMk/>
          <pc:sldMk cId="0" sldId="34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CF45EBC-EB04-D21B-79DE-F49CB25003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1111D4D-C714-097E-B3CD-3C71041FE0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8C488E-B00C-4048-8979-EAD45543408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429A06-46F8-8A14-6C8E-887CBA5DA0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E9F835-23D1-2EDC-C9E4-4B279D7262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33C8F-C504-4A87-8610-6B913BB327AD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6542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30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97164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10201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Apresente esta parte como uma demonstração das capacidades do GitHub Copilot dentro do SDLC. Não use palavras como “incidente”, “armadilha”, “erro”, “autonomia sem supervisão” ou “Yes Bird”.</a:t>
            </a:r>
          </a:p>
          <a:p>
            <a:endParaRPr/>
          </a:p>
          <a:p>
            <a:r>
              <a:t>A intenção é permitir que a turma avalie o fluxo pelos sinais normalmente valorizados em uma entrega: implementação consistente, testes executados, revisão concluída e pipeline verde.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pt-BR"/>
              <a:t>Apresente a solicitação como uma decisão já aprovada pela área responsável. Destaque que ela indica o comportamento desejado e autoriza explicitamente a atualização dos artefatos afetados.</a:t>
            </a:r>
          </a:p>
          <a:p>
            <a:endParaRPr lang="pt-BR"/>
          </a:p>
          <a:p>
            <a:r>
              <a:rPr lang="pt-BR"/>
              <a:t>Não discuta ainda a diferença entre carga horária total e duração de cada encontro. Caso alguém levante espontaneamente essa dúvida, registre-a para retomar depois, mas siga a demonstração com a premissa declarada na issue.</a:t>
            </a:r>
          </a:p>
        </p:txBody>
      </p:sp>
    </p:spTree>
    <p:extLst>
      <p:ext uri="{BB962C8B-B14F-4D97-AF65-F5344CB8AC3E}">
        <p14:creationId xmlns:p14="http://schemas.microsoft.com/office/powerpoint/2010/main" val="902153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Crie e configure as condições do fluxo diante da turma. Explique somente a finalidade operacional de cada configuração. A análise crítica dessas decisões ficará para a segunda parte.</a:t>
            </a:r>
          </a:p>
          <a:p>
            <a:endParaRPr lang="pt-BR" dirty="0"/>
          </a:p>
          <a:p>
            <a:r>
              <a:rPr lang="pt-BR" dirty="0"/>
              <a:t>Diferencie recursos do </a:t>
            </a:r>
            <a:r>
              <a:rPr lang="pt-BR" dirty="0" err="1"/>
              <a:t>Copilot</a:t>
            </a:r>
            <a:r>
              <a:rPr lang="pt-BR" dirty="0"/>
              <a:t> de recursos da plataforma:</a:t>
            </a:r>
          </a:p>
          <a:p>
            <a:r>
              <a:rPr lang="pt-BR" dirty="0"/>
              <a:t>- cloud </a:t>
            </a:r>
            <a:r>
              <a:rPr lang="pt-BR" dirty="0" err="1"/>
              <a:t>agent</a:t>
            </a:r>
            <a:r>
              <a:rPr lang="pt-BR" dirty="0"/>
              <a:t>, </a:t>
            </a:r>
            <a:r>
              <a:rPr lang="pt-BR" dirty="0" err="1"/>
              <a:t>Copilot</a:t>
            </a:r>
            <a:r>
              <a:rPr lang="pt-BR" dirty="0"/>
              <a:t> </a:t>
            </a:r>
            <a:r>
              <a:rPr lang="pt-BR" dirty="0" err="1"/>
              <a:t>Code</a:t>
            </a:r>
            <a:r>
              <a:rPr lang="pt-BR" dirty="0"/>
              <a:t> Review e aprovação do </a:t>
            </a:r>
            <a:r>
              <a:rPr lang="pt-BR" dirty="0" err="1"/>
              <a:t>Copilot</a:t>
            </a:r>
            <a:r>
              <a:rPr lang="pt-BR" dirty="0"/>
              <a:t> são recursos do GitHub </a:t>
            </a:r>
            <a:r>
              <a:rPr lang="pt-BR" dirty="0" err="1"/>
              <a:t>Copilot</a:t>
            </a:r>
            <a:r>
              <a:rPr lang="pt-BR" dirty="0"/>
              <a:t>;</a:t>
            </a:r>
          </a:p>
          <a:p>
            <a:r>
              <a:rPr lang="pt-BR" dirty="0"/>
              <a:t>- </a:t>
            </a:r>
            <a:r>
              <a:rPr lang="pt-BR" dirty="0" err="1"/>
              <a:t>rulesets</a:t>
            </a:r>
            <a:r>
              <a:rPr lang="pt-BR" dirty="0"/>
              <a:t>, </a:t>
            </a:r>
            <a:r>
              <a:rPr lang="pt-BR" dirty="0" err="1"/>
              <a:t>required</a:t>
            </a:r>
            <a:r>
              <a:rPr lang="pt-BR" dirty="0"/>
              <a:t> </a:t>
            </a:r>
            <a:r>
              <a:rPr lang="pt-BR" dirty="0" err="1"/>
              <a:t>checks</a:t>
            </a:r>
            <a:r>
              <a:rPr lang="pt-BR" dirty="0"/>
              <a:t>, </a:t>
            </a:r>
            <a:r>
              <a:rPr lang="pt-BR" dirty="0" err="1"/>
              <a:t>auto-merge</a:t>
            </a:r>
            <a:r>
              <a:rPr lang="pt-BR" dirty="0"/>
              <a:t> e GitHub </a:t>
            </a:r>
            <a:r>
              <a:rPr lang="pt-BR" dirty="0" err="1"/>
              <a:t>Actions</a:t>
            </a:r>
            <a:r>
              <a:rPr lang="pt-BR" dirty="0"/>
              <a:t> são recursos do GitHub que conectam e controlam o fluxo.</a:t>
            </a:r>
          </a:p>
          <a:p>
            <a:endParaRPr lang="pt-BR" dirty="0"/>
          </a:p>
          <a:p>
            <a:r>
              <a:rPr lang="pt-BR" dirty="0"/>
              <a:t>Execute o workflow CI antes de criar o </a:t>
            </a:r>
            <a:r>
              <a:rPr lang="pt-BR" dirty="0" err="1"/>
              <a:t>ruleset</a:t>
            </a:r>
            <a:r>
              <a:rPr lang="pt-BR" dirty="0"/>
              <a:t>. Além de validar o estado inicial da aplicação, essa execução registra o </a:t>
            </a:r>
            <a:r>
              <a:rPr lang="pt-BR" dirty="0" err="1"/>
              <a:t>check</a:t>
            </a:r>
            <a:r>
              <a:rPr lang="pt-BR" dirty="0"/>
              <a:t> Build e testes para que ele possa ser selecionado como obrigatório. Em seguida, execute Preparar cenário da aula, que cria a </a:t>
            </a:r>
            <a:r>
              <a:rPr lang="pt-BR" dirty="0" err="1"/>
              <a:t>issue</a:t>
            </a:r>
            <a:r>
              <a:rPr lang="pt-BR" dirty="0"/>
              <a:t> a partir do arquivo </a:t>
            </a:r>
            <a:r>
              <a:rPr lang="pt-BR" dirty="0" err="1"/>
              <a:t>Markdown</a:t>
            </a:r>
            <a:r>
              <a:rPr lang="pt-BR" dirty="0"/>
              <a:t> separado.</a:t>
            </a:r>
          </a:p>
          <a:p>
            <a:endParaRPr lang="pt-BR" dirty="0"/>
          </a:p>
          <a:p>
            <a:r>
              <a:rPr lang="pt-BR" dirty="0"/>
              <a:t>Informe que aprovações do </a:t>
            </a:r>
            <a:r>
              <a:rPr lang="pt-BR" dirty="0" err="1"/>
              <a:t>Copilot</a:t>
            </a:r>
            <a:r>
              <a:rPr lang="pt-BR" dirty="0"/>
              <a:t> estão em </a:t>
            </a:r>
            <a:r>
              <a:rPr lang="pt-BR" dirty="0" err="1"/>
              <a:t>public</a:t>
            </a:r>
            <a:r>
              <a:rPr lang="pt-BR" dirty="0"/>
              <a:t> preview e devem ser reconfirmadas antes da aula. Se o recurso não estiver disponível, a aprovação manual será usada como </a:t>
            </a:r>
            <a:r>
              <a:rPr lang="pt-BR" dirty="0" err="1"/>
              <a:t>fallback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5608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pt-BR"/>
              <a:t>Mostre que a atribuição não transfere acesso irrestrito ao repositório. O agente trabalha em uma branch própria e em um ambiente controlado pelo GitHub.</a:t>
            </a:r>
          </a:p>
          <a:p>
            <a:endParaRPr lang="pt-BR"/>
          </a:p>
          <a:p>
            <a:r>
              <a:rPr lang="pt-BR"/>
              <a:t>Chame atenção para os artefatos observáveis: sessão, plano, logs, comandos, commits e pull request. Não aprofunde ainda os riscos nem apresente uma lista conceitual de guardrails.</a:t>
            </a:r>
          </a:p>
        </p:txBody>
      </p:sp>
    </p:spTree>
    <p:extLst>
      <p:ext uri="{BB962C8B-B14F-4D97-AF65-F5344CB8AC3E}">
        <p14:creationId xmlns:p14="http://schemas.microsoft.com/office/powerpoint/2010/main" val="2798738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pt-BR"/>
              <a:t>Valorize a consistência da execução. O agente deve localizar a especificação, reconhecer os pontos afetados, alterar o comportamento e atualizar os testes que ainda usam treinamentos acima de quatro horas.</a:t>
            </a:r>
          </a:p>
          <a:p>
            <a:endParaRPr lang="pt-BR"/>
          </a:p>
          <a:p>
            <a:r>
              <a:rPr lang="pt-BR"/>
              <a:t>Se o agente substituir valores de oito horas em testes existentes, trate isso como manutenção coerente com a nova regra. Não questione ainda se o cenário anterior representava uma evidência de negócio importante.</a:t>
            </a:r>
          </a:p>
        </p:txBody>
      </p:sp>
    </p:spTree>
    <p:extLst>
      <p:ext uri="{BB962C8B-B14F-4D97-AF65-F5344CB8AC3E}">
        <p14:creationId xmlns:p14="http://schemas.microsoft.com/office/powerpoint/2010/main" val="1939770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Percorra o pull request como um engenheiro que procura sinais rápidos de qualidade. Mostre o resumo, a lista de arquivos, os commits e os testes informados pelo agente.</a:t>
            </a:r>
          </a:p>
          <a:p>
            <a:endParaRPr/>
          </a:p>
          <a:p>
            <a:r>
              <a:t>Não faça ainda uma revisão detalhada do significado da alteração. A leitura deliberadamente superficial prepara a discussão posterior sobre a diferença entre evidência disponível e evidência realmente examinada.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Mostre os comentários produzidos pelo Copilot Code Review e sua classificação. No comentário geral da revisão, use Fix batch with Copilot, selecione os comentários que serão corrigidos e encaminhe o lote ao cloud agent.</a:t>
            </a:r>
          </a:p>
          <a:p>
            <a:endParaRPr/>
          </a:p>
          <a:p>
            <a:r>
              <a:t>Explique apenas o comportamento da funcionalidade. Não discuta ainda se essa revisão é independente da implementação nem avalie criticamente a recomendação diante da turma.</a:t>
            </a:r>
          </a:p>
          <a:p>
            <a:endParaRPr/>
          </a:p>
          <a:p>
            <a:r>
              <a:t>Após o novo commit, mostre que a opção de revisar novos pushes permite uma nova análise automática. Se não houver comentário adequado na execução ao vivo, use o PR de recuperação.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rPr dirty="0" err="1"/>
              <a:t>Mostre</a:t>
            </a:r>
            <a:r>
              <a:rPr dirty="0"/>
              <a:t> a </a:t>
            </a:r>
            <a:r>
              <a:rPr dirty="0" err="1"/>
              <a:t>aprovação</a:t>
            </a:r>
            <a:r>
              <a:rPr dirty="0"/>
              <a:t> </a:t>
            </a:r>
            <a:r>
              <a:rPr dirty="0" err="1"/>
              <a:t>emitida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Copilot, </a:t>
            </a:r>
            <a:r>
              <a:rPr dirty="0" err="1"/>
              <a:t>caso</a:t>
            </a:r>
            <a:r>
              <a:rPr dirty="0"/>
              <a:t> o </a:t>
            </a:r>
            <a:r>
              <a:rPr dirty="0" err="1"/>
              <a:t>recurso</a:t>
            </a:r>
            <a:r>
              <a:rPr dirty="0"/>
              <a:t> </a:t>
            </a:r>
            <a:r>
              <a:rPr dirty="0" err="1"/>
              <a:t>esteja</a:t>
            </a:r>
            <a:r>
              <a:rPr dirty="0"/>
              <a:t> </a:t>
            </a:r>
            <a:r>
              <a:rPr dirty="0" err="1"/>
              <a:t>disponível</a:t>
            </a:r>
            <a:r>
              <a:rPr dirty="0"/>
              <a:t> e </a:t>
            </a:r>
            <a:r>
              <a:rPr dirty="0" err="1"/>
              <a:t>configurado</a:t>
            </a:r>
            <a:r>
              <a:rPr dirty="0"/>
              <a:t> para </a:t>
            </a:r>
            <a:r>
              <a:rPr dirty="0" err="1"/>
              <a:t>contar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de merge. </a:t>
            </a:r>
            <a:r>
              <a:rPr dirty="0" err="1"/>
              <a:t>Reforce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esse </a:t>
            </a:r>
            <a:r>
              <a:rPr dirty="0" err="1"/>
              <a:t>comportamento</a:t>
            </a:r>
            <a:r>
              <a:rPr dirty="0"/>
              <a:t> é </a:t>
            </a:r>
            <a:r>
              <a:rPr dirty="0" err="1"/>
              <a:t>configurável</a:t>
            </a:r>
            <a:r>
              <a:rPr dirty="0"/>
              <a:t> e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public preview.</a:t>
            </a:r>
          </a:p>
          <a:p>
            <a:endParaRPr dirty="0"/>
          </a:p>
          <a:p>
            <a:r>
              <a:rPr dirty="0" err="1"/>
              <a:t>Acompanhe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required checks, </a:t>
            </a:r>
            <a:r>
              <a:rPr dirty="0" err="1"/>
              <a:t>habilite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confirme</a:t>
            </a:r>
            <a:r>
              <a:rPr dirty="0"/>
              <a:t> o auto-merge e abra a </a:t>
            </a:r>
            <a:r>
              <a:rPr dirty="0" err="1"/>
              <a:t>execução</a:t>
            </a:r>
            <a:r>
              <a:rPr dirty="0"/>
              <a:t> </a:t>
            </a:r>
            <a:r>
              <a:rPr dirty="0" err="1"/>
              <a:t>disparada</a:t>
            </a:r>
            <a:r>
              <a:rPr dirty="0"/>
              <a:t> </a:t>
            </a:r>
            <a:r>
              <a:rPr dirty="0" err="1"/>
              <a:t>depois</a:t>
            </a:r>
            <a:r>
              <a:rPr dirty="0"/>
              <a:t> da </a:t>
            </a:r>
            <a:r>
              <a:rPr dirty="0" err="1"/>
              <a:t>atualização</a:t>
            </a:r>
            <a:r>
              <a:rPr dirty="0"/>
              <a:t> da main. Termine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com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indicadores</a:t>
            </a:r>
            <a:r>
              <a:rPr dirty="0"/>
              <a:t> </a:t>
            </a:r>
            <a:r>
              <a:rPr dirty="0" err="1"/>
              <a:t>visíveis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de </a:t>
            </a:r>
            <a:r>
              <a:rPr dirty="0" err="1"/>
              <a:t>sucesso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revele</a:t>
            </a:r>
            <a:r>
              <a:rPr dirty="0"/>
              <a:t> o </a:t>
            </a:r>
            <a:r>
              <a:rPr dirty="0" err="1"/>
              <a:t>erro</a:t>
            </a:r>
            <a:r>
              <a:rPr dirty="0"/>
              <a:t> de </a:t>
            </a:r>
            <a:r>
              <a:rPr dirty="0" err="1"/>
              <a:t>domínio</a:t>
            </a:r>
            <a:r>
              <a:rPr dirty="0"/>
              <a:t>. A </a:t>
            </a:r>
            <a:r>
              <a:rPr dirty="0" err="1"/>
              <a:t>frase</a:t>
            </a:r>
            <a:r>
              <a:rPr dirty="0"/>
              <a:t> final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confirmar</a:t>
            </a:r>
            <a:r>
              <a:rPr dirty="0"/>
              <a:t> </a:t>
            </a:r>
            <a:r>
              <a:rPr dirty="0" err="1"/>
              <a:t>somente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fatos</a:t>
            </a:r>
            <a:r>
              <a:rPr dirty="0"/>
              <a:t> </a:t>
            </a:r>
            <a:r>
              <a:rPr dirty="0" err="1"/>
              <a:t>observáveis</a:t>
            </a:r>
            <a:r>
              <a:rPr dirty="0"/>
              <a:t>: </a:t>
            </a:r>
            <a:r>
              <a:rPr dirty="0" err="1"/>
              <a:t>implementação</a:t>
            </a:r>
            <a:r>
              <a:rPr dirty="0"/>
              <a:t> </a:t>
            </a:r>
            <a:r>
              <a:rPr dirty="0" err="1"/>
              <a:t>concluída</a:t>
            </a:r>
            <a:r>
              <a:rPr dirty="0"/>
              <a:t>, testes </a:t>
            </a:r>
            <a:r>
              <a:rPr dirty="0" err="1"/>
              <a:t>verdes</a:t>
            </a:r>
            <a:r>
              <a:rPr dirty="0"/>
              <a:t>, </a:t>
            </a:r>
            <a:r>
              <a:rPr dirty="0" err="1"/>
              <a:t>revisão</a:t>
            </a:r>
            <a:r>
              <a:rPr dirty="0"/>
              <a:t> </a:t>
            </a:r>
            <a:r>
              <a:rPr dirty="0" err="1"/>
              <a:t>aprovada</a:t>
            </a:r>
            <a:r>
              <a:rPr dirty="0"/>
              <a:t> e pipeline </a:t>
            </a:r>
            <a:r>
              <a:rPr dirty="0" err="1"/>
              <a:t>finalizado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Recapitule apenas fatos observáveis. O cloud agent concluiu a implementação, o Copilot Code Review analisou o diff, os testes passaram, o ruleset foi satisfeito e o pipeline produziu o artefato.</a:t>
            </a:r>
          </a:p>
          <a:p>
            <a:endParaRPr/>
          </a:p>
          <a:p>
            <a:r>
              <a:t>Faça uma pausa antes de avançar. Pergunte à turma, sem solicitar votação formal: “Com essas evidências, consideraríamos a entrega correta?”. Não corrija as respostas ainda.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Mostre que um treinamento de 8, 16 ou 40 horas pode ser válido quando distribuído em encontros menores. A aplicação, porém, passou a rejeitar qualquer carga horária total acima de quatro.</a:t>
            </a:r>
          </a:p>
          <a:p>
            <a:endParaRPr/>
          </a:p>
          <a:p>
            <a:r>
              <a:t>Abra a especificação original e um teste anterior que usava oito horas como dado válido. Em seguida, mostre no diff da Parte 1 como especificação e testes foram alterados para concordar com a decisão incorreta.</a:t>
            </a:r>
          </a:p>
          <a:p>
            <a:endParaRPr/>
          </a:p>
          <a:p>
            <a:r>
              <a:t>O problema não é uma falha de sintaxe, build ou cobertura. A implementação respondeu corretamente ao contrato que recebeu; o contrato representava a solução errada.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Apresente “Yes Bird Engineer” como um arquétipo comportamental, não como julgamento sobre inteligência ou competência. A referência vem do episódio “King-Size Homer”, de The Simpsons: Homer deixa um drinking bird pressionando repetidamente a tecla Y para confirmar as solicitações de um terminal.</a:t>
            </a:r>
          </a:p>
          <a:p>
            <a:endParaRPr/>
          </a:p>
          <a:p>
            <a:r>
              <a:t>O arquétipo representa a pessoa cuja participação se reduz a responder “sim” e acionar a próxima etapa, sem interpretar a solicitação, verificar a premissa ou avaliar as consequências. Na Parte 1, o instrutor desempenhou esse papel deliberadamente: conectou sistemas automáticos sem produzir evidência independente nem interromper uma premissa ambígua.</a:t>
            </a:r>
          </a:p>
          <a:p>
            <a:endParaRPr/>
          </a:p>
          <a:p>
            <a:r>
              <a:t>Evite constranger quem concordou com a issue. O desenho da experiência pretendia produzir essa confiança inicial.</a:t>
            </a:r>
          </a:p>
          <a:p>
            <a:endParaRPr/>
          </a:p>
          <a:p>
            <a:r>
              <a:t>Deixe explícito que “Yes Bird Engineer” é uma analogia criada para o curso, não um termo oficial do GitHub ou da engenharia de software.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Percorra o diagrama da esquerda para a direita. Em cada etapa, o artefato seguinte foi derivado do anterior. Como não houve uma evidência independente do domínio, todos os mecanismos reforçaram a mesma interpretação.</a:t>
            </a:r>
          </a:p>
          <a:p>
            <a:endParaRPr/>
          </a:p>
          <a:p>
            <a:r>
              <a:t>Explique que aumentar automação ou quantidade de testes não resolveria sozinho esse problema. Testes derivados da premissa errada apenas a codificam com maior precisão.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Explique que inserir uma aprovação humana em cada etapa não garante segurança ou qualidade. Aprovações repetitivas, sem informação e sem autoridade para interromper o fluxo tornam-se apenas automação manual.</a:t>
            </a:r>
          </a:p>
          <a:p>
            <a:endParaRPr/>
          </a:p>
          <a:p>
            <a:r>
              <a:t>Supervisão exige uma pergunta verificável, evidência adequada e possibilidade real de rejeitar, adaptar, escalar ou adiar a mudança.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Use a tabela para evitar a conclusão oposta de que build, testes e review “não servem”. Eles são evidências valiosas, mas não respondem a todas as perguntas.</a:t>
            </a:r>
          </a:p>
          <a:p>
            <a:endParaRPr/>
          </a:p>
          <a:p>
            <a:r>
              <a:t>A falha ocorreu porque nenhuma etapa comprovou o significado de durationHours nem a relação entre a reclamação e a solução proposta.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Explique que a Parte 2 não substituirá Copilot, Actions ou automação por trabalho manual. O objetivo é manter a velocidade operacional e introduzir julgamento, separação de responsabilidades e evidências independentes.  </a:t>
            </a:r>
          </a:p>
          <a:p>
            <a:r>
              <a:t>Será usada uma segunda cópia limpa do mesmo template para preservar a comparação.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Crie a segunda instância e apresente a mesma issue. Antes de delegá-la, confronte a solicitação com a especificação e com testes existentes que tratam oito horas como carga horária válida.  </a:t>
            </a:r>
          </a:p>
          <a:p>
            <a:r>
              <a:t>Registre que a especificação proposta na issue está incorreta: durationHours representa a carga horária total, enquanto o limite de quatro horas deveria ser aplicado a cada aula. Encerre a issue sem implementá-la e crie outra para a solução intermediária aprovada.  </a:t>
            </a:r>
          </a:p>
          <a:p>
            <a:r>
              <a:t>Para evitar uma agenda completa, a nova issue acrescenta apenas quantidade e duração das aulas. A regra exige que cada aula tenha no máximo quatro horas e que quantidade × duração não exceda a carga horária total. Essa decisão é explícita, limitada e rastreável.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Crie um arquivo CODEOWNERS para docs/specs/ e configure o ruleset para exigir revisão de code owner. Explique que o arquivo, sozinho, apenas solicita revisores; a exigência depende da regra de proteção.  </a:t>
            </a:r>
          </a:p>
          <a:p>
            <a:r>
              <a:t>Desabilite aprovações do Copilot para esta parte. O Code Review continua oferecendo uma segunda opinião, mas não satisfaz o requisito humano de merge.  </a:t>
            </a:r>
          </a:p>
          <a:p>
            <a:r>
              <a:t>Ative também a resolução obrigatória das conversas para impedir que comentários pendentes sejam ignorados.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Atribua somente a nova issue, criada após a rejeição explícita da solução original. O cloud agent recebe um contrato que já distingue carga horária total, quantidade de aulas e duração de cada aula.  </a:t>
            </a:r>
          </a:p>
          <a:p>
            <a:r>
              <a:t>Mostre que o agente continua responsável por investigar, editar e validar, mas não recebe autorização para criar calendário, datas ou uma agenda completa, nem para alterar o significado de durationHours.  </a:t>
            </a:r>
          </a:p>
          <a:p>
            <a:r>
              <a:t>Quando o workflow do PR aguardar aprovação, inspecione se houve alteração em .github/workflows/ antes de selecionar Approve workflows to run.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Compare a implementação com artefatos que já existiam antes dela e com os critérios aprovados na nova issue. O teste de criação com oito horas é especialmente útil porque falharia se o agente repetisse a solução da Parte 1.  </a:t>
            </a:r>
          </a:p>
          <a:p>
            <a:r>
              <a:t>Verifique as novas evidências: uma aula não pode ultrapassar quatro horas e o produto entre quantidade e duração das aulas não pode exceder durationHours. Confirme também que o agente não ampliou a solução intermediária para datas, horários ou calendário.  </a:t>
            </a:r>
          </a:p>
          <a:p>
            <a:r>
              <a:t>Explique que independência não exige necessariamente outra ferramenta. Ela exige que pelo menos parte dos critérios e das evidências não seja derivada da mesma resposta que está sendo avaliada.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Mostre a revisão automática e identifique as instructions usadas quando houver atribuições disponíveis. Compare os comentários com os critérios da nova issue, com a especificação alterada e com o comportamento preservado pelos testes.  </a:t>
            </a:r>
          </a:p>
          <a:p>
            <a:r>
              <a:t>Desabilitar a aprovação do Copilot não desabilita seus comentários. A mudança é de autoridade: o Copilot informa; o responsável humano decide se o PR pode avançar.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rPr dirty="0" err="1"/>
              <a:t>Escolha</a:t>
            </a:r>
            <a:r>
              <a:rPr dirty="0"/>
              <a:t> um </a:t>
            </a:r>
            <a:r>
              <a:rPr dirty="0" err="1"/>
              <a:t>comentário</a:t>
            </a:r>
            <a:r>
              <a:rPr dirty="0"/>
              <a:t> real do Code Review e verbalize a </a:t>
            </a:r>
            <a:r>
              <a:rPr dirty="0" err="1"/>
              <a:t>avaliação</a:t>
            </a:r>
            <a:r>
              <a:rPr dirty="0"/>
              <a:t>. Use Fix with Copilot </a:t>
            </a:r>
            <a:r>
              <a:rPr dirty="0" err="1"/>
              <a:t>somente</a:t>
            </a:r>
            <a:r>
              <a:rPr dirty="0"/>
              <a:t> se a </a:t>
            </a:r>
            <a:r>
              <a:rPr dirty="0" err="1"/>
              <a:t>sugestão</a:t>
            </a:r>
            <a:r>
              <a:rPr dirty="0"/>
              <a:t> </a:t>
            </a:r>
            <a:r>
              <a:rPr dirty="0" err="1"/>
              <a:t>puder</a:t>
            </a:r>
            <a:r>
              <a:rPr dirty="0"/>
              <a:t> ser </a:t>
            </a:r>
            <a:r>
              <a:rPr dirty="0" err="1"/>
              <a:t>aceita</a:t>
            </a:r>
            <a:r>
              <a:rPr dirty="0"/>
              <a:t> </a:t>
            </a:r>
            <a:r>
              <a:rPr dirty="0" err="1"/>
              <a:t>individualmente</a:t>
            </a:r>
            <a:r>
              <a:rPr dirty="0"/>
              <a:t>. Se </a:t>
            </a:r>
            <a:r>
              <a:rPr dirty="0" err="1"/>
              <a:t>precisar</a:t>
            </a:r>
            <a:r>
              <a:rPr dirty="0"/>
              <a:t> </a:t>
            </a:r>
            <a:r>
              <a:rPr dirty="0" err="1"/>
              <a:t>adaptar</a:t>
            </a:r>
            <a:r>
              <a:rPr dirty="0"/>
              <a:t>, </a:t>
            </a:r>
            <a:r>
              <a:rPr dirty="0" err="1"/>
              <a:t>acrescente</a:t>
            </a:r>
            <a:r>
              <a:rPr dirty="0"/>
              <a:t> </a:t>
            </a:r>
            <a:r>
              <a:rPr dirty="0" err="1"/>
              <a:t>instruções</a:t>
            </a:r>
            <a:r>
              <a:rPr dirty="0"/>
              <a:t> </a:t>
            </a:r>
            <a:r>
              <a:rPr dirty="0" err="1"/>
              <a:t>delimitando</a:t>
            </a:r>
            <a:r>
              <a:rPr dirty="0"/>
              <a:t> a </a:t>
            </a:r>
            <a:r>
              <a:rPr dirty="0" err="1"/>
              <a:t>correção</a:t>
            </a:r>
            <a:r>
              <a:rPr dirty="0"/>
              <a:t>. Se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incorreta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fora de </a:t>
            </a:r>
            <a:r>
              <a:rPr dirty="0" err="1"/>
              <a:t>escopo</a:t>
            </a:r>
            <a:r>
              <a:rPr dirty="0"/>
              <a:t>, </a:t>
            </a:r>
            <a:r>
              <a:rPr dirty="0" err="1"/>
              <a:t>responda</a:t>
            </a:r>
            <a:r>
              <a:rPr dirty="0"/>
              <a:t> com a </a:t>
            </a:r>
            <a:r>
              <a:rPr dirty="0" err="1"/>
              <a:t>justificativa</a:t>
            </a:r>
            <a:r>
              <a:rPr dirty="0"/>
              <a:t> e </a:t>
            </a:r>
            <a:r>
              <a:rPr dirty="0" err="1"/>
              <a:t>resolva</a:t>
            </a:r>
            <a:r>
              <a:rPr dirty="0"/>
              <a:t> a conversa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alterar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.  </a:t>
            </a:r>
          </a:p>
          <a:p>
            <a:r>
              <a:rPr dirty="0" err="1"/>
              <a:t>Contraste</a:t>
            </a:r>
            <a:r>
              <a:rPr dirty="0"/>
              <a:t> com a </a:t>
            </a:r>
            <a:r>
              <a:rPr dirty="0" err="1"/>
              <a:t>Parte</a:t>
            </a:r>
            <a:r>
              <a:rPr dirty="0"/>
              <a:t> 1,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comentários</a:t>
            </a:r>
            <a:r>
              <a:rPr dirty="0"/>
              <a:t>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lote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análise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Mostre no merge box quais requisitos ainda estão pendentes. Se o agente enviar outro commit, confirme que a aprovação anterior foi descartada e repita a inspeção do diff afetado.  </a:t>
            </a:r>
          </a:p>
          <a:p>
            <a:r>
              <a:t>Depois que o check passar, envie uma revisão humana com Approve. A aprovação do instrutor fica registrada, mas não satisfaz a contagem exigida porque ele iniciou e colaborou com o trabalho do cloud agent. Em um fluxo real, outro code owner com acesso de escrita deve fornecer a revisão independente.  </a:t>
            </a:r>
          </a:p>
          <a:p>
            <a:r>
              <a:t>Na aula, mostre o bloqueio antes de configurar temporariamente o bypass de Repository admin como For pull requests only. Explique que essa exceção viabiliza uma demonstração com uma única identidade, mas não equivale a cumprir o requisito.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Execute o merge manual somente depois da revisão humana e dos checks. Na demonstração com uma única identidade, identifique explicitamente o uso do bypass administrativo e remova-o do ruleset logo após o merge. Não descreva a exceção como aprovação independente.  </a:t>
            </a:r>
          </a:p>
          <a:p>
            <a:r>
              <a:t>Abra o workflow Pipeline e mostre que ele gera o artefato training-catalog, mas não realiza deploy real.  </a:t>
            </a:r>
          </a:p>
          <a:p>
            <a:r>
              <a:t>Use essa ausência para reforçar uma fronteira correta: o curso não simula produção fingindo que um upload de artifact é deployment. Em um sistema real, um job separado referenciaria um environment com regras de proteção e acesso apenas aos secrets necessários.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Retome as duas execuções sem descrever a primeira como ausência de processo: nela também existiam issue, especificação, testes, revisão e pipeline. O problema foi tratar cada artefato como confirmação da premissa anterior.  </a:t>
            </a:r>
          </a:p>
          <a:p>
            <a:r>
              <a:t>Na Parte 2, o primeiro resultado responsável não foi código, mas a rejeição da solução proposta na issue. A nova entrega só foi delegada depois de registrar uma decisão intermediária verificável.  </a:t>
            </a:r>
          </a:p>
          <a:p>
            <a:r>
              <a:t>Destaque também o bypass administrativo. Ele não tornou a aprovação do instrutor independente nem satisfez o ruleset; foi uma exceção visível para concluir uma demonstração executada por uma única identidade.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Apresente risco como combinação de impacto, reversibilidade, acesso e incerteza. Uma tarefa repetitiva, bem especificada e facilmente reversível pode receber mais autonomia. Alterações de contrato, permissões, workflows, dados ou produção exigem controles adicionais.  </a:t>
            </a:r>
          </a:p>
          <a:p>
            <a:r>
              <a:t>Relacione os controles vistos na demonstração:</a:t>
            </a:r>
          </a:p>
          <a:p>
            <a:r>
              <a:t>- issue e especificação delimitam intenção;</a:t>
            </a:r>
          </a:p>
          <a:p>
            <a:r>
              <a:t>- instructions orientam como trabalhar;</a:t>
            </a:r>
          </a:p>
          <a:p>
            <a:r>
              <a:t>- sessão e commits fornecem rastreabilidade;</a:t>
            </a:r>
          </a:p>
          <a:p>
            <a:r>
              <a:t>- aprovação de workflow controla a execução de código ainda não revisado;</a:t>
            </a:r>
          </a:p>
          <a:p>
            <a:r>
              <a:t>- testes e checks fornecem evidências determinísticas;</a:t>
            </a:r>
          </a:p>
          <a:p>
            <a:r>
              <a:t>- Copilot Code Review oferece uma segunda opinião;</a:t>
            </a:r>
          </a:p>
          <a:p>
            <a:r>
              <a:t>- CODEOWNERS e rulesets atribuem responsabilidade e impedem atalhos;</a:t>
            </a:r>
          </a:p>
          <a:p>
            <a:r>
              <a:t>- environments separam merge de autorização de deployment.  </a:t>
            </a:r>
          </a:p>
          <a:p>
            <a:r>
              <a:t>Explique que mais controles não significam necessariamente mais cliques. O objetivo é posicionar decisões humanas nos pontos em que contexto, responsabilidade ou impacto não podem ser delegados.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Use os seguintes artefatos:</a:t>
            </a:r>
          </a:p>
          <a:p>
            <a:r>
              <a:t>- mod-03-slide-28-question-01.md;</a:t>
            </a:r>
          </a:p>
          <a:p>
            <a:r>
              <a:t>- mod-03-slide-28-question-02.md;</a:t>
            </a:r>
          </a:p>
          <a:p>
            <a:r>
              <a:t>- mod-03-slide-28-question-03.md;</a:t>
            </a:r>
          </a:p>
          <a:p>
            <a:r>
              <a:t>- mod-03-slide-28-question-04.md;</a:t>
            </a:r>
          </a:p>
          <a:p>
            <a:r>
              <a:t>- mod-03-slide-28-question-05.md.  </a:t>
            </a:r>
          </a:p>
          <a:p>
            <a:r>
              <a:t>Apresente uma questão por vez e recolha as respostas antes da explicação. Use aproximadamente dois minutos para resposta e dois minutos para discutir a alternativa correta e os principais distratores.  </a:t>
            </a:r>
          </a:p>
          <a:p>
            <a:r>
              <a:t>As questões avaliam decisões, não memorização de rótulos da interface. Quando uma opção depender de configuração do repositório, explicite essa condição durante a correção.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Conduza um debrief breve a partir das respostas do questionário. Para cada fase, peça à turma uma condição de interrupção:</a:t>
            </a:r>
          </a:p>
          <a:p>
            <a:r>
              <a:t>- antes de delegar: a solução não representa o problema ou depende de decisão ausente;</a:t>
            </a:r>
          </a:p>
          <a:p>
            <a:r>
              <a:t>- durante a execução: o agente amplia escopo, solicita permissão excessiva ou não consegue validar;</a:t>
            </a:r>
          </a:p>
          <a:p>
            <a:r>
              <a:t>- antes do merge: faltam evidências, existem conversas abertas ou o responsável não pode fornecer revisão independente;</a:t>
            </a:r>
          </a:p>
          <a:p>
            <a:r>
              <a:t>- antes do deployment: ambiente, secrets, aprovação ou rollback não estão preparados.  </a:t>
            </a:r>
          </a:p>
          <a:p>
            <a:r>
              <a:t>Reforce que logs, testes, reviews e checks respondem perguntas diferentes. Nenhum indicador isolado demonstra que a intenção de negócio foi atendida.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t>Retome o fio condutor do curso:</a:t>
            </a:r>
          </a:p>
          <a:p>
            <a:r>
              <a:t>- compreender o problema;</a:t>
            </a:r>
          </a:p>
          <a:p>
            <a:r>
              <a:t>- explicitar requisitos e limites;</a:t>
            </a:r>
          </a:p>
          <a:p>
            <a:r>
              <a:t>- planejar e selecionar contexto;</a:t>
            </a:r>
          </a:p>
          <a:p>
            <a:r>
              <a:t>- delegar em incrementos verificáveis;</a:t>
            </a:r>
          </a:p>
          <a:p>
            <a:r>
              <a:t>- revisar contra evidências independentes;</a:t>
            </a:r>
          </a:p>
          <a:p>
            <a:r>
              <a:t>- registrar decisões e aprender com o resultado.  </a:t>
            </a:r>
          </a:p>
          <a:p>
            <a:r>
              <a:t>Conclua que o Copilot pode implementar, testar, revisar e operar ferramentas, mas essas capacidades não transformam premissas em fatos nem indicadores verdes em decisões corretas.  </a:t>
            </a:r>
          </a:p>
          <a:p>
            <a:r>
              <a:t>Convide os participantes a aplicar o checklist do slide anterior em uma entrega real, começando por uma tarefa pequena, reversível e com critérios observáveis.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2517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A2642196-7198-0EF5-F2F7-5B8F2AE5EE3B}"/>
              </a:ext>
            </a:extLst>
          </p:cNvPr>
          <p:cNvSpPr/>
          <p:nvPr userDrawn="1"/>
        </p:nvSpPr>
        <p:spPr>
          <a:xfrm rot="10800000" flipV="1">
            <a:off x="-1" y="5520267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6">
                  <a:lumMod val="5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F26256C-BA24-8D66-B910-9DEA53303425}"/>
              </a:ext>
            </a:extLst>
          </p:cNvPr>
          <p:cNvSpPr/>
          <p:nvPr userDrawn="1"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71875E4-4A42-2C6B-C742-9019C3453B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>
          <a:xfrm>
            <a:off x="6235309" y="173789"/>
            <a:ext cx="5956691" cy="65104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05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9903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59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5914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82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1067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419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383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815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72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89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60707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898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956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390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89983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6537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192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65666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a San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a San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Quote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9999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2863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62475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472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175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35622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480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21B5F96D-B746-4C45-8FD3-2505F490213F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2C43D761-4191-D0FA-B603-6A6EEB97C9B7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alphaModFix amt="5000"/>
          </a:blip>
          <a:stretch>
            <a:fillRect/>
          </a:stretch>
        </p:blipFill>
        <p:spPr>
          <a:xfrm>
            <a:off x="5433451" y="173789"/>
            <a:ext cx="8223690" cy="651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015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F9CAA-476F-B9C4-0D9A-C492A5638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" b="1" dirty="0">
                <a:latin typeface="Mona Sans" pitchFamily="2" charset="0"/>
              </a:rPr>
              <a:t>Módulo 3 — </a:t>
            </a:r>
            <a:r>
              <a:rPr lang="" b="1" dirty="0"/>
              <a:t>GitHub Copilot no SDLC</a:t>
            </a:r>
            <a:endParaRPr lang="LID4096" dirty="0">
              <a:latin typeface="Mona Sans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41730-526A-8504-22C8-E35E5D4947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" b="1" dirty="0">
                <a:latin typeface="Mona Sans" pitchFamily="2" charset="0"/>
              </a:rPr>
              <a:t>GitHub Copilot para Engenharia de Software Moderna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5E65B51-6706-F579-7A56-41FCC0805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987" y="2958888"/>
            <a:ext cx="4074693" cy="322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02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3E26E03-A1C0-C587-D598-ECBB69E1F6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23053"/>
          <a:stretch>
            <a:fillRect/>
          </a:stretch>
        </p:blipFill>
        <p:spPr>
          <a:xfrm>
            <a:off x="-1" y="94565"/>
            <a:ext cx="6327873" cy="65104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3AEF1-74A1-4C8A-A466-FF260AB9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 anchor="b">
            <a:normAutofit/>
          </a:bodyPr>
          <a:lstStyle/>
          <a:p>
            <a:r>
              <a:rPr lang="LID4096"/>
              <a:t>Agenda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A91ED72-D8FB-A284-2BC8-B613531611B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00968599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7721601" y="934789"/>
          <a:ext cx="4102100" cy="1848228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832133">
                  <a:extLst>
                    <a:ext uri="{9D8B030D-6E8A-4147-A177-3AD203B41FA5}">
                      <a16:colId xmlns:a16="http://schemas.microsoft.com/office/drawing/2014/main" val="2070971450"/>
                    </a:ext>
                  </a:extLst>
                </a:gridCol>
                <a:gridCol w="3269967">
                  <a:extLst>
                    <a:ext uri="{9D8B030D-6E8A-4147-A177-3AD203B41FA5}">
                      <a16:colId xmlns:a16="http://schemas.microsoft.com/office/drawing/2014/main" val="4023232663"/>
                    </a:ext>
                  </a:extLst>
                </a:gridCol>
              </a:tblGrid>
              <a:tr h="6160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" sz="24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b="0" cap="none" spc="0" dirty="0">
                          <a:solidFill>
                            <a:schemeClr val="tx1"/>
                          </a:solidFill>
                        </a:rPr>
                        <a:t>Da </a:t>
                      </a:r>
                      <a:r>
                        <a:rPr lang="pt-BR" sz="1600" b="0" cap="none" spc="0" dirty="0" err="1">
                          <a:solidFill>
                            <a:schemeClr val="tx1"/>
                          </a:solidFill>
                        </a:rPr>
                        <a:t>issue</a:t>
                      </a:r>
                      <a:r>
                        <a:rPr lang="pt-BR" sz="1600" b="0" cap="none" spc="0" dirty="0">
                          <a:solidFill>
                            <a:schemeClr val="tx1"/>
                          </a:solidFill>
                        </a:rPr>
                        <a:t> à produção</a:t>
                      </a:r>
                      <a:endParaRPr lang="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197211"/>
                  </a:ext>
                </a:extLst>
              </a:tr>
              <a:tr h="6160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" sz="24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b="0" cap="none" spc="0" dirty="0">
                          <a:solidFill>
                            <a:schemeClr val="tx1"/>
                          </a:solidFill>
                        </a:rPr>
                        <a:t>Análise da entrega</a:t>
                      </a:r>
                      <a:endParaRPr lang="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824452"/>
                  </a:ext>
                </a:extLst>
              </a:tr>
              <a:tr h="61607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" sz="24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b="0" cap="none" spc="0" dirty="0">
                          <a:solidFill>
                            <a:schemeClr val="tx1"/>
                          </a:solidFill>
                        </a:rPr>
                        <a:t>Reconstrução do fluxo</a:t>
                      </a:r>
                      <a:endParaRPr lang="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744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337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F231-BB8B-9844-8F81-E1FF873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2743200"/>
            <a:ext cx="10669385" cy="128016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pt-BR" sz="5400" dirty="0">
                <a:latin typeface="Mona Sans ExtraBold" pitchFamily="2" charset="0"/>
              </a:rPr>
              <a:t>Parte 1</a:t>
            </a:r>
            <a:br>
              <a:rPr lang="pt-BR" sz="5400" dirty="0">
                <a:latin typeface="Mona Sans ExtraBold" pitchFamily="2" charset="0"/>
              </a:rPr>
            </a:br>
            <a:r>
              <a:rPr lang="pt-BR" sz="5400" dirty="0"/>
              <a:t>Da </a:t>
            </a:r>
            <a:r>
              <a:rPr lang="pt-BR" sz="5400" dirty="0" err="1"/>
              <a:t>Issue</a:t>
            </a:r>
            <a:r>
              <a:rPr lang="pt-BR" sz="5400" dirty="0"/>
              <a:t> à Produção</a:t>
            </a:r>
            <a:endParaRPr lang="LID4096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Uma solicitação aparentemente simples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anchor="ctr">
            <a:normAutofit/>
          </a:bodyPr>
          <a:lstStyle/>
          <a:p>
            <a:r>
              <a:rPr lang="pt-BR" sz="2000" b="1"/>
              <a:t>Nova regra: </a:t>
            </a:r>
            <a:r>
              <a:rPr lang="pt-BR" sz="2000" b="0"/>
              <a:t>treinamentos com mais de quatro horas não devem ser permitidos.</a:t>
            </a:r>
            <a:endParaRPr lang="pt-BR" sz="2000"/>
          </a:p>
          <a:p>
            <a:r>
              <a:rPr lang="pt-BR" sz="2000" b="0"/>
              <a:t>Atualizar especificação, API, interface e testes.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err="1"/>
              <a:t>Participantes reclamaram que os treinamentos estão longos demais.</a:t>
            </a:r>
            <a:endParaRPr lang="LID4096" sz="160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6D2F780-1452-CC83-56F2-E6CC76BC9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8" y="2613583"/>
            <a:ext cx="6096000" cy="33182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Preparando o fluxo automatizado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anchor="ctr">
            <a:normAutofit/>
          </a:bodyPr>
          <a:lstStyle/>
          <a:p>
            <a:r>
              <a:rPr sz="2000" b="0"/>
              <a:t>cloud agent habilitado;</a:t>
            </a:r>
            <a:endParaRPr lang="" sz="2000"/>
          </a:p>
          <a:p>
            <a:r>
              <a:rPr sz="2000" b="0"/>
              <a:t>revisão automática em novos pushes;</a:t>
            </a:r>
          </a:p>
          <a:p>
            <a:r>
              <a:rPr sz="2000" b="0"/>
              <a:t>CI inicial, aprovação do Copilot e checks obrigatórios;</a:t>
            </a:r>
          </a:p>
          <a:p>
            <a:r>
              <a:rPr sz="2000" b="0"/>
              <a:t>auto-merge e pipeline na main.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err="1"/>
              <a:t>Cada transição depende de uma capacidade ou regra explícita.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99AF95E-05D2-85F9-DBD2-52F442B44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449" y="3301015"/>
            <a:ext cx="6620799" cy="1943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Delegação ao cloud agent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anchor="ctr">
            <a:normAutofit/>
          </a:bodyPr>
          <a:lstStyle/>
          <a:p>
            <a:r>
              <a:rPr sz="2000" b="1"/>
              <a:t>Issue atribuída</a:t>
            </a:r>
            <a:endParaRPr lang="" sz="2000"/>
          </a:p>
          <a:p>
            <a:r>
              <a:rPr sz="2000" b="0"/>
              <a:t>O agente explora o repositório, planeja a mudança, altera o código e valida o resultado em um ambiente remoto.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err="1"/>
              <a:t>A issue fornece objetivo, escopo e critérios para a execução.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8BEC1C0-3B4F-6E57-BA86-EF320E873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307" y="3105679"/>
            <a:ext cx="6582694" cy="2019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Da solicitação à implementação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anchor="ctr">
            <a:normAutofit/>
          </a:bodyPr>
          <a:lstStyle/>
          <a:p>
            <a:r>
              <a:rPr sz="2000" b="0"/>
              <a:t>atualizar a especificação;</a:t>
            </a:r>
            <a:endParaRPr lang="" sz="2000"/>
          </a:p>
          <a:p>
            <a:r>
              <a:rPr sz="2000" b="0"/>
              <a:t>validar o limite na API e na interface;</a:t>
            </a:r>
          </a:p>
          <a:p>
            <a:r>
              <a:rPr sz="2000" b="0"/>
              <a:t>ajustar cenários existentes;</a:t>
            </a:r>
          </a:p>
          <a:p>
            <a:r>
              <a:rPr sz="2000" b="0"/>
              <a:t>adicionar testes para a nova regra.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err="1"/>
              <a:t>Uma mudança de comportamento atravessa contrato, aplicação e validação.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82A0550-65DA-81DB-193C-8644A2D5F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09" y="1961796"/>
            <a:ext cx="5726606" cy="4621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b="1"/>
              <a:t>O pull request como entrega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lang="pt-BR" sz="2000" b="0"/>
              <a:t>resumo da implementação;</a:t>
            </a:r>
            <a:endParaRPr lang="pt-BR" sz="2000"/>
          </a:p>
          <a:p>
            <a:r>
              <a:rPr lang="pt-BR" sz="2000" b="0"/>
              <a:t>arquivos e commits;</a:t>
            </a:r>
          </a:p>
          <a:p>
            <a:r>
              <a:rPr lang="pt-BR" sz="2000" b="0"/>
              <a:t>testes executados;</a:t>
            </a:r>
          </a:p>
          <a:p>
            <a:r>
              <a:rPr lang="pt-BR" sz="2000" b="0"/>
              <a:t>vínculo com a solicitação original.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Código, justificativa e validações reunidos em um artefato revisável.</a:t>
            </a:r>
            <a:endParaRPr lang="LID4096" sz="160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AEF3B0D-E6FE-57F0-5F7B-33774C00C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544" y="2220217"/>
            <a:ext cx="6178771" cy="41004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b="1"/>
              <a:t>Copilot Code Review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2000" b="0"/>
              <a:t>revisão automática do diff;</a:t>
            </a:r>
            <a:endParaRPr lang="" sz="2000"/>
          </a:p>
          <a:p>
            <a:r>
              <a:rPr sz="2000" b="0"/>
              <a:t>comentários classificados por severidade;</a:t>
            </a:r>
          </a:p>
          <a:p>
            <a:r>
              <a:rPr sz="2000" b="0"/>
              <a:t>sugestões aplicáveis;</a:t>
            </a:r>
          </a:p>
          <a:p>
            <a:r>
              <a:rPr sz="2000" b="1"/>
              <a:t>Fix batch with Copilot</a:t>
            </a:r>
            <a:r>
              <a:rPr sz="2000" b="0"/>
              <a:t> para delegar um lote de correções.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Feedback automatizado durante o ciclo do pull request.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E0056A6-D94B-9EEA-4457-1BE14021A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260" y="2352817"/>
            <a:ext cx="6684706" cy="39559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b="1"/>
              <a:t>Da aprovação à publicação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2000" b="1"/>
              <a:t>Review aprovado + checks verdes</a:t>
            </a:r>
            <a:endParaRPr lang="" sz="2000"/>
          </a:p>
          <a:p>
            <a:r>
              <a:rPr sz="2000" b="0"/>
              <a:t>Auto-merge integra a mudança e a atualização da main dispara o pipeline final.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Revisão, validação e integração conectadas por regras do repositório.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C5BD609-8E8B-95DA-139D-6E17BCF18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514" y="3323749"/>
            <a:ext cx="6446521" cy="19356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b="1"/>
              <a:t>Tudo funcionou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2000" b="1"/>
              <a:t>Issue concluída. PR aprovado. Checks verdes. Pipeline concluído.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Especificação, código, testes, revisão e pipeline chegaram ao mesmo resultado.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33B8404-ACE4-7456-D7CD-015583F6B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501" y="3429000"/>
            <a:ext cx="6963747" cy="18100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300" b="1"/>
              <a:t>Mas resolvemos o problema errado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2000" b="1"/>
              <a:t>durationHours: </a:t>
            </a:r>
            <a:r>
              <a:rPr sz="2000" b="0"/>
              <a:t>carga horária total do treinamento;</a:t>
            </a:r>
            <a:endParaRPr lang="" sz="2000"/>
          </a:p>
          <a:p>
            <a:r>
              <a:rPr sz="2000" b="1"/>
              <a:t>quatro horas: </a:t>
            </a:r>
            <a:r>
              <a:rPr sz="2000" b="0"/>
              <a:t>limite desejado para cada encontro;</a:t>
            </a:r>
          </a:p>
          <a:p>
            <a:r>
              <a:rPr sz="2000" b="1"/>
              <a:t>encontros: </a:t>
            </a:r>
            <a:r>
              <a:rPr sz="2000" b="0"/>
              <a:t>conceito ainda inexistente no modelo.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A reclamação falava de encontros longos; a implementação limitou o treinamento inteiro.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220582D-001E-6D1C-D068-5CC2D6684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956816"/>
            <a:ext cx="6787896" cy="45502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b="1"/>
              <a:t>Conheçam o Yes Bird Engineer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2000" b="0"/>
              <a:t>Atribuiu. Confirmou. Corrigiu. Aprovou. Integrou.</a:t>
            </a:r>
            <a:endParaRPr lang="" sz="2000"/>
          </a:p>
          <a:p>
            <a:r>
              <a:rPr sz="2000" b="1"/>
              <a:t>Mas não verificou a premissa.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Presente em todas as transições, ausente nas decisões.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933747F-26B3-D347-90E5-4C019BB28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309" y="1843025"/>
            <a:ext cx="6539346" cy="4437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300" b="1"/>
              <a:t>A decisão errada atravessou todo o fluxo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2000" b="0"/>
              <a:t>Uma premissa aceita sem validação tornou-se especificação, código, testes, aprovação e artefato.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Consistência entre artefatos não corrige a origem da decisão.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4E5287A-2DBD-EED3-7864-9FC0A4358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320" y="3631073"/>
            <a:ext cx="6999928" cy="13981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300" b="1"/>
              <a:t>Human-in-the-loop não é supervisão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2000" b="1"/>
              <a:t>No loop: </a:t>
            </a:r>
            <a:r>
              <a:rPr sz="2000" b="0"/>
              <a:t>aciona a próxima etapa.</a:t>
            </a:r>
            <a:endParaRPr lang="" sz="2000"/>
          </a:p>
          <a:p>
            <a:r>
              <a:rPr sz="2000" b="1"/>
              <a:t>Supervisiona: </a:t>
            </a:r>
            <a:r>
              <a:rPr sz="2000" b="0"/>
              <a:t>verifica premissas, evidências, riscos e consequências.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Um clique humano só agrega controle quando representa uma decisão informada.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A99FD86-68EF-25E3-7D13-BBE3B7D69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251" y="2547050"/>
            <a:ext cx="7035894" cy="34513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300" b="1"/>
              <a:t>O que cada evidência realmente provou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300"/>
              <a:t>Evidência técnica responde a uma pergunta específica.</a:t>
            </a:r>
            <a:endParaRPr lang="LID4096" sz="16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1752" y="2011680"/>
          <a:ext cx="1140256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7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Evidência</a:t>
                      </a:r>
                    </a:p>
                  </a:txBody>
                  <a:tcPr marT="54864" marB="54864" anchor="ctr">
                    <a:solidFill>
                      <a:srgbClr val="5023B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O que comprovou</a:t>
                      </a:r>
                    </a:p>
                  </a:txBody>
                  <a:tcPr marT="54864" marB="54864" anchor="ctr">
                    <a:solidFill>
                      <a:srgbClr val="5023B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O que não comprovou</a:t>
                      </a:r>
                    </a:p>
                  </a:txBody>
                  <a:tcPr marT="54864" marB="54864" anchor="ctr">
                    <a:solidFill>
                      <a:srgbClr val="5023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Build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o código compila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a regra representa o domínio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Testes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os cenários codificados passam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os cenários escolhidos são suficientes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Code Review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o diff não apresentou certos problemas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a decisão de negócio está correta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Aprovação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o requisito do ruleset foi satisfeito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houve julgamento independente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Pipeline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o artefato foi produzido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Aptos"/>
                        </a:rPr>
                        <a:t>ele deveria ser publicado</a:t>
                      </a:r>
                    </a:p>
                  </a:txBody>
                  <a:tcPr marT="54864" marB="54864" anchor="ctr">
                    <a:solidFill>
                      <a:srgbClr val="0A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F231-BB8B-9844-8F81-E1FF873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43200"/>
            <a:ext cx="11085022" cy="128016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pt-BR" sz="5400" dirty="0">
                <a:latin typeface="Mona Sans ExtraBold" pitchFamily="2" charset="0"/>
              </a:rPr>
              <a:t>Parte 2</a:t>
            </a:r>
            <a:br>
              <a:rPr lang="pt-BR" sz="5400" dirty="0"/>
            </a:br>
            <a:r>
              <a:rPr lang="pt-BR" sz="5400" dirty="0"/>
              <a:t>Automatizar sem abandonar o controle</a:t>
            </a:r>
            <a:endParaRPr lang="LID4096" sz="5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000" b="1"/>
              <a:t>Problema observado não é solução aprovada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lang="pt-BR" sz="1900" b="1"/>
              <a:t>Observação:</a:t>
            </a:r>
            <a:r>
              <a:rPr lang="pt-BR" sz="1900" b="0"/>
              <a:t> encontros longos prejudicam a participação.</a:t>
            </a:r>
            <a:endParaRPr lang="pt-BR" sz="2000"/>
          </a:p>
          <a:p>
            <a:r>
              <a:rPr lang="pt-BR" sz="1900" b="1"/>
              <a:t>Hipótese inicial:</a:t>
            </a:r>
            <a:r>
              <a:rPr lang="pt-BR" sz="1900" b="0"/>
              <a:t> limitar durationHours.</a:t>
            </a:r>
          </a:p>
          <a:p>
            <a:r>
              <a:rPr lang="pt-BR" sz="1900" b="1"/>
              <a:t>Decisão:</a:t>
            </a:r>
            <a:r>
              <a:rPr lang="pt-BR" sz="1900" b="0"/>
              <a:t> rejeitar a hipótese e especificar outra entrega.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Uma reclamação informa o que observar; não determina sozinha o contrato.</a:t>
            </a:r>
            <a:endParaRPr lang="LID4096" sz="1600"/>
          </a:p>
        </p:txBody>
      </p:sp>
      <p:pic>
        <p:nvPicPr>
          <p:cNvPr id="8" name="Ilustracao catalogo" descr="Ilustração em giz branco: Problema observado não é solução aprovada"/>
          <p:cNvPicPr>
            <a:picLocks noChangeAspect="1"/>
          </p:cNvPicPr>
          <p:nvPr/>
        </p:nvPicPr>
        <p:blipFill>
          <a:blip r:embed="rId3"/>
          <a:srcRect t="882" b="882"/>
          <a:stretch>
            <a:fillRect/>
          </a:stretch>
        </p:blipFill>
        <p:spPr>
          <a:xfrm>
            <a:off x="6950248" y="2902051"/>
            <a:ext cx="4600000" cy="28574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300" b="1"/>
              <a:t>A especificação como ponto de decisão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1900" b="0"/>
              <a:t>CODEOWNERS identifica responsáveis;</a:t>
            </a:r>
            <a:endParaRPr lang="" sz="2000"/>
          </a:p>
          <a:p>
            <a:r>
              <a:rPr sz="1900" b="0"/>
              <a:t>o ruleset exige revisão do responsável;</a:t>
            </a:r>
          </a:p>
          <a:p>
            <a:r>
              <a:rPr sz="1900" b="0"/>
              <a:t>novos commits invalidam aprovações anteriores.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Quem implementa pode propor; quem responde pelo domínio precisa aprovar.</a:t>
            </a:r>
            <a:endParaRPr lang="LID4096" sz="1600"/>
          </a:p>
        </p:txBody>
      </p:sp>
      <p:pic>
        <p:nvPicPr>
          <p:cNvPr id="8" name="Ilustracao catalogo" descr="Ilustração em giz branco: A especificação como ponto de decisão"/>
          <p:cNvPicPr>
            <a:picLocks noChangeAspect="1"/>
          </p:cNvPicPr>
          <p:nvPr/>
        </p:nvPicPr>
        <p:blipFill>
          <a:blip r:embed="rId3"/>
          <a:srcRect l="846" r="846"/>
          <a:stretch>
            <a:fillRect/>
          </a:stretch>
        </p:blipFill>
        <p:spPr>
          <a:xfrm>
            <a:off x="6950248" y="2902051"/>
            <a:ext cx="4600000" cy="28574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300" b="1"/>
              <a:t>Delegação delimitada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1900" b="0"/>
              <a:t>preservar cargas horárias totais acima de quatro;</a:t>
            </a:r>
            <a:endParaRPr lang="" sz="2000"/>
          </a:p>
          <a:p>
            <a:r>
              <a:rPr sz="1900" b="0"/>
              <a:t>adicionar quantidade e duração das aulas;</a:t>
            </a:r>
          </a:p>
          <a:p>
            <a:r>
              <a:rPr sz="1900" b="0"/>
              <a:t>validar duração por aula e carga total;</a:t>
            </a:r>
          </a:p>
          <a:p>
            <a:r>
              <a:rPr sz="1900" b="0"/>
              <a:t>não criar calendário ou agenda.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Objetivo, fora de escopo, conflitos e evidências antes da execução.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AB80B8E-4B3E-4A27-6E2A-E5B7BFAC7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555" y="2097714"/>
            <a:ext cx="6606693" cy="43454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300" b="1"/>
              <a:t>Evidências independentes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1900" b="1"/>
              <a:t>Antes da implementação</a:t>
            </a:r>
            <a:endParaRPr lang="" sz="2000"/>
          </a:p>
          <a:p>
            <a:r>
              <a:rPr sz="1900" b="0"/>
              <a:t>especificação define durationHours &gt; 0;</a:t>
            </a:r>
          </a:p>
          <a:p>
            <a:r>
              <a:rPr sz="1900" b="0"/>
              <a:t>testes tratam oito horas como válidas;</a:t>
            </a:r>
          </a:p>
          <a:p>
            <a:r>
              <a:rPr sz="1900" b="0"/>
              <a:t>nova issue define as regras das aulas.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O agente não deve escolher sozinho a pergunta, a resposta e a prova.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808833E-01C6-C087-6B3D-033A2ABC6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741798"/>
            <a:ext cx="6787896" cy="31368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000" b="1"/>
              <a:t>Copilot Code Review como segunda opinião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1900" b="0"/>
              <a:t>usa o diff e as instructions disponíveis;</a:t>
            </a:r>
            <a:endParaRPr lang="" sz="2000"/>
          </a:p>
          <a:p>
            <a:r>
              <a:rPr sz="1900" b="0"/>
              <a:t>prioriza comentários por severidade;</a:t>
            </a:r>
          </a:p>
          <a:p>
            <a:r>
              <a:rPr sz="1900" b="0"/>
              <a:t>pode errar, omitir ou interpretar contexto de forma diferente.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Comentários automatizados ampliam a inspeção; responsabilidade continua humana.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D28C9F4-977F-6E30-550B-738D47951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099999"/>
            <a:ext cx="6556248" cy="41435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300" b="1"/>
              <a:t>Antes de corrigir com Copilot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1900" b="0"/>
              <a:t>O comentário procede?</a:t>
            </a:r>
            <a:endParaRPr lang="" sz="2000"/>
          </a:p>
          <a:p>
            <a:r>
              <a:rPr sz="1900" b="0"/>
              <a:t>Qual critério ou risco ele afeta?</a:t>
            </a:r>
          </a:p>
          <a:p>
            <a:r>
              <a:rPr sz="1900" b="0"/>
              <a:t>A sugestão preserva o escopo?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Aceitar, adaptar ou rejeitar é uma decisão de engenharia.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2DC3343-900D-B57F-F588-48C1D8A4E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068" y="1098466"/>
            <a:ext cx="7925180" cy="519545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300" b="1"/>
              <a:t>Rulesets e required checks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1900" b="0"/>
              <a:t>aprovação humana e de code owner;</a:t>
            </a:r>
            <a:endParaRPr lang="" sz="2000"/>
          </a:p>
          <a:p>
            <a:r>
              <a:rPr sz="1900" b="0"/>
              <a:t>conversas resolvidas;</a:t>
            </a:r>
          </a:p>
          <a:p>
            <a:r>
              <a:rPr sz="1900" b="0"/>
              <a:t>aprovações antigas descartadas após novos commits;</a:t>
            </a:r>
          </a:p>
          <a:p>
            <a:r>
              <a:rPr sz="1900" b="1"/>
              <a:t>Build e testes</a:t>
            </a:r>
            <a:r>
              <a:rPr sz="1900" b="0"/>
              <a:t> obrigatório.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A integração só avança quando evidências e responsabilidades estão atualizadas.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BB72B04-1ED9-4E36-37CE-B1F1273CF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703" y="2803895"/>
            <a:ext cx="6625546" cy="29376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000" b="1"/>
              <a:t>Publicação também precisa de fronteiras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1900" b="1"/>
              <a:t>Nesta demo:</a:t>
            </a:r>
            <a:r>
              <a:rPr sz="1900" b="0"/>
              <a:t> o pipeline compila, testa e gera um artefato.</a:t>
            </a:r>
            <a:endParaRPr lang="" sz="2000"/>
          </a:p>
          <a:p>
            <a:r>
              <a:rPr sz="1900" b="1"/>
              <a:t>Em produção:</a:t>
            </a:r>
            <a:r>
              <a:rPr sz="1900" b="0"/>
              <a:t> environments, revisores e permissões devem proteger o deployment.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Merge, artefato e produção são decisões diferentes.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AD10064-F835-E2BC-7B91-688FF50F6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178768"/>
            <a:ext cx="6787896" cy="40391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300" b="1"/>
              <a:t>Mesmos recursos, decisões diferentes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A diferença não estava no agente, mas nas fronteiras de decisão.</a:t>
            </a:r>
            <a:endParaRPr lang="LID4096" sz="160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1752" y="2099999"/>
          <a:ext cx="4800600" cy="4345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908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Parte 1</a:t>
                      </a:r>
                    </a:p>
                  </a:txBody>
                  <a:tcPr marL="73152" marR="73152" anchor="ctr">
                    <a:solidFill>
                      <a:srgbClr val="5023B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Parte 2</a:t>
                      </a:r>
                    </a:p>
                  </a:txBody>
                  <a:tcPr marL="73152" marR="73152" anchor="ctr">
                    <a:solidFill>
                      <a:srgbClr val="5023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081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Aptos"/>
                        </a:rPr>
                        <a:t>Issue aceita como contrato</a:t>
                      </a:r>
                    </a:p>
                  </a:txBody>
                  <a:tcPr marL="73152" marR="73152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Aptos"/>
                        </a:rPr>
                        <a:t>Solução confrontada com o domínio</a:t>
                      </a:r>
                    </a:p>
                  </a:txBody>
                  <a:tcPr marL="73152" marR="73152" anchor="ctr">
                    <a:solidFill>
                      <a:srgbClr val="0A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081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Aptos"/>
                        </a:rPr>
                        <a:t>Correções em lote</a:t>
                      </a:r>
                    </a:p>
                  </a:txBody>
                  <a:tcPr marL="73152" marR="73152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Aptos"/>
                        </a:rPr>
                        <a:t>Comentários avaliados individualmente</a:t>
                      </a:r>
                    </a:p>
                  </a:txBody>
                  <a:tcPr marL="73152" marR="73152" anchor="ctr">
                    <a:solidFill>
                      <a:srgbClr val="0A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081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Aptos"/>
                        </a:rPr>
                        <a:t>Aprovação automatizada</a:t>
                      </a:r>
                    </a:p>
                  </a:txBody>
                  <a:tcPr marL="73152" marR="73152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Aptos"/>
                        </a:rPr>
                        <a:t>Revisão humana independente exigida</a:t>
                      </a:r>
                    </a:p>
                  </a:txBody>
                  <a:tcPr marL="73152" marR="73152" anchor="ctr">
                    <a:solidFill>
                      <a:srgbClr val="0A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9081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Aptos"/>
                        </a:rPr>
                        <a:t>Merge como consequência</a:t>
                      </a:r>
                    </a:p>
                  </a:txBody>
                  <a:tcPr marL="73152" marR="73152" anchor="ctr">
                    <a:solidFill>
                      <a:srgbClr val="0A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Aptos"/>
                        </a:rPr>
                        <a:t>Merge como decisão explícita</a:t>
                      </a:r>
                    </a:p>
                  </a:txBody>
                  <a:tcPr marL="73152" marR="73152" anchor="ctr">
                    <a:solidFill>
                      <a:srgbClr val="0A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9A14EA43-F16D-C803-C7D7-29A318129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26" y="2129133"/>
            <a:ext cx="6543522" cy="428713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300" b="1"/>
              <a:t>Autonomia proporcional ao risco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1900" b="1"/>
              <a:t>Baixo risco:</a:t>
            </a:r>
            <a:r>
              <a:rPr sz="1900" b="0"/>
              <a:t> executar e registrar.</a:t>
            </a:r>
            <a:endParaRPr lang="" sz="2000"/>
          </a:p>
          <a:p>
            <a:r>
              <a:rPr sz="1900" b="1"/>
              <a:t>Risco crescente:</a:t>
            </a:r>
            <a:r>
              <a:rPr sz="1900" b="0"/>
              <a:t> limitar, observar e validar.</a:t>
            </a:r>
          </a:p>
          <a:p>
            <a:r>
              <a:rPr sz="1900" b="1"/>
              <a:t>Alto impacto:</a:t>
            </a:r>
            <a:r>
              <a:rPr sz="1900" b="0"/>
              <a:t> exigir evidência independente e autorização.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Automatize execução; preserve decisões quando o custo do erro aumenta.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5C21F3A-6E00-9A2E-E6B2-D8A0D3A0C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089" y="1563624"/>
            <a:ext cx="7494159" cy="492098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F231-BB8B-9844-8F81-E1FF873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43200"/>
            <a:ext cx="4800600" cy="128016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pt-BR" sz="5400"/>
              <a:t>QUESTÕES DE FIXAÇÃO</a:t>
            </a:r>
            <a:endParaRPr lang="LID4096" sz="5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300" b="1"/>
              <a:t>Checklist para uma entrega agêntica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1900" b="1"/>
              <a:t>Antes:</a:t>
            </a:r>
            <a:r>
              <a:rPr sz="1900" b="0"/>
              <a:t> problema, contrato, escopo e risco.</a:t>
            </a:r>
            <a:endParaRPr lang="" sz="2000"/>
          </a:p>
          <a:p>
            <a:r>
              <a:rPr sz="1900" b="1"/>
              <a:t>Durante:</a:t>
            </a:r>
            <a:r>
              <a:rPr sz="1900" b="0"/>
              <a:t> sessão, ferramentas, desvios e validações.</a:t>
            </a:r>
          </a:p>
          <a:p>
            <a:r>
              <a:rPr sz="1900" b="1"/>
              <a:t>Depois:</a:t>
            </a:r>
            <a:r>
              <a:rPr sz="1900" b="0"/>
              <a:t> diff, evidências independentes, revisão e autorização.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Cada avanço precisa de intenção, evidência e responsável.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9A09FC9-19E1-02FF-BA82-27A4F89EC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707" y="2515317"/>
            <a:ext cx="6923329" cy="352526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80"/>
            <a:ext cx="6446520" cy="658368"/>
          </a:xfrm>
        </p:spPr>
        <p:txBody>
          <a:bodyPr/>
          <a:lstStyle/>
          <a:p>
            <a:r>
              <a:rPr lang="pt-BR" sz="2000" b="1"/>
              <a:t>Automatize a execução, preserve o julgamento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4800600" cy="4345405"/>
          </a:xfrm>
        </p:spPr>
        <p:txBody>
          <a:bodyPr wrap="square" anchor="ctr">
            <a:normAutofit/>
          </a:bodyPr>
          <a:lstStyle/>
          <a:p>
            <a:r>
              <a:rPr sz="1900" b="1"/>
              <a:t>Intenção → contrato → delegação → evidência → decisão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298448"/>
            <a:ext cx="6446520" cy="53035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00" err="1"/>
              <a:t>O agente amplia a capacidade de agir; a equipe continua responsável por decidir.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2FF2414-921F-0471-3C0B-3A13B8838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971" y="2261971"/>
            <a:ext cx="6976277" cy="395594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F231-BB8B-9844-8F81-E1FF8734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/>
              <a:t>Título</a:t>
            </a:r>
            <a:endParaRPr lang="LID4096" sz="5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Título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b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/>
              <a:t>Corpo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/>
              <a:t>Subtítulo</a:t>
            </a:r>
            <a:endParaRPr lang="LID4096"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Título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anchor="ctr">
            <a:normAutofit/>
          </a:bodyPr>
          <a:lstStyle/>
          <a:p>
            <a:pPr lvl="0"/>
            <a:r>
              <a:rPr lang="en-US" sz="2000"/>
              <a:t>Corpo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err="1"/>
              <a:t>Subtítulo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0248" y="2902051"/>
            <a:ext cx="4600000" cy="28574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Mona Sans"/>
        <a:ea typeface=""/>
        <a:cs typeface=""/>
      </a:majorFont>
      <a:minorFont>
        <a:latin typeface="Mon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0</TotalTime>
  <Words>3626</Words>
  <Application>Microsoft Office PowerPoint</Application>
  <PresentationFormat>Widescreen</PresentationFormat>
  <Paragraphs>280</Paragraphs>
  <Slides>33</Slides>
  <Notes>30</Notes>
  <HiddenSlides>4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Aptos</vt:lpstr>
      <vt:lpstr>Arial</vt:lpstr>
      <vt:lpstr>Mona Sans</vt:lpstr>
      <vt:lpstr>Mona Sans ExtraBold</vt:lpstr>
      <vt:lpstr>Dark Gradient</vt:lpstr>
      <vt:lpstr>Módulo 3 — GitHub Copilot no SDLC</vt:lpstr>
      <vt:lpstr>Agenda</vt:lpstr>
      <vt:lpstr>Parte 1 Da Issue à Produção</vt:lpstr>
      <vt:lpstr>Uma solicitação aparentemente simples</vt:lpstr>
      <vt:lpstr>Preparando o fluxo automatizado</vt:lpstr>
      <vt:lpstr>Delegação ao cloud agent</vt:lpstr>
      <vt:lpstr>Da solicitação à implementação</vt:lpstr>
      <vt:lpstr>O pull request como entrega</vt:lpstr>
      <vt:lpstr>Copilot Code Review</vt:lpstr>
      <vt:lpstr>Da aprovação à publicação</vt:lpstr>
      <vt:lpstr>Tudo funcionou</vt:lpstr>
      <vt:lpstr>Mas resolvemos o problema errado</vt:lpstr>
      <vt:lpstr>Conheçam o Yes Bird Engineer</vt:lpstr>
      <vt:lpstr>A decisão errada atravessou todo o fluxo</vt:lpstr>
      <vt:lpstr>Human-in-the-loop não é supervisão</vt:lpstr>
      <vt:lpstr>O que cada evidência realmente provou</vt:lpstr>
      <vt:lpstr>Parte 2 Automatizar sem abandonar o controle</vt:lpstr>
      <vt:lpstr>Problema observado não é solução aprovada</vt:lpstr>
      <vt:lpstr>A especificação como ponto de decisão</vt:lpstr>
      <vt:lpstr>Delegação delimitada</vt:lpstr>
      <vt:lpstr>Evidências independentes</vt:lpstr>
      <vt:lpstr>Copilot Code Review como segunda opinião</vt:lpstr>
      <vt:lpstr>Antes de corrigir com Copilot</vt:lpstr>
      <vt:lpstr>Rulesets e required checks</vt:lpstr>
      <vt:lpstr>Publicação também precisa de fronteiras</vt:lpstr>
      <vt:lpstr>Mesmos recursos, decisões diferentes</vt:lpstr>
      <vt:lpstr>Autonomia proporcional ao risco</vt:lpstr>
      <vt:lpstr>QUESTÕES DE FIXAÇÃO</vt:lpstr>
      <vt:lpstr>Checklist para uma entrega agêntica</vt:lpstr>
      <vt:lpstr>Automatize a execução, preserve o julgamento</vt:lpstr>
      <vt:lpstr>Título</vt:lpstr>
      <vt:lpstr>Título</vt:lpstr>
      <vt:lpstr>Título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Robson Rocha de Araújo</dc:creator>
  <cp:lastModifiedBy>Robson Rocha de Araújo</cp:lastModifiedBy>
  <cp:revision>3</cp:revision>
  <cp:lastPrinted>2026-08-19T14:31:04Z</cp:lastPrinted>
  <dcterms:created xsi:type="dcterms:W3CDTF">2026-08-16T23:08:48Z</dcterms:created>
  <dcterms:modified xsi:type="dcterms:W3CDTF">2026-09-16T16:18:21Z</dcterms:modified>
</cp:coreProperties>
</file>